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7"/>
  </p:notesMasterIdLst>
  <p:sldIdLst>
    <p:sldId id="302" r:id="rId3"/>
    <p:sldId id="256" r:id="rId4"/>
    <p:sldId id="258" r:id="rId5"/>
    <p:sldId id="259" r:id="rId6"/>
    <p:sldId id="297" r:id="rId7"/>
    <p:sldId id="265" r:id="rId8"/>
    <p:sldId id="266" r:id="rId9"/>
    <p:sldId id="273" r:id="rId10"/>
    <p:sldId id="272" r:id="rId11"/>
    <p:sldId id="298" r:id="rId12"/>
    <p:sldId id="299" r:id="rId13"/>
    <p:sldId id="277" r:id="rId14"/>
    <p:sldId id="278" r:id="rId15"/>
    <p:sldId id="300" r:id="rId16"/>
  </p:sldIdLst>
  <p:sldSz cx="9144000" cy="5143500" type="screen16x9"/>
  <p:notesSz cx="6858000" cy="9144000"/>
  <p:embeddedFontLst>
    <p:embeddedFont>
      <p:font typeface="Fredoka One" panose="02000000000000000000" pitchFamily="2" charset="0"/>
      <p:regular r:id="rId18"/>
    </p:embeddedFont>
    <p:embeddedFont>
      <p:font typeface="Josefin Slab" pitchFamily="2" charset="0"/>
      <p:regular r:id="rId19"/>
      <p:bold r:id="rId20"/>
      <p:italic r:id="rId21"/>
      <p:boldItalic r:id="rId22"/>
    </p:embeddedFont>
    <p:embeddedFont>
      <p:font typeface="Josefin Slab Medium" panose="020B0604020202020204" charset="0"/>
      <p:regular r:id="rId23"/>
      <p:bold r:id="rId24"/>
      <p:italic r:id="rId25"/>
      <p:boldItalic r:id="rId26"/>
    </p:embeddedFont>
    <p:embeddedFont>
      <p:font typeface="Josefin Slab SemiBold" pitchFamily="2" charset="0"/>
      <p:regular r:id="rId27"/>
      <p:bold r:id="rId28"/>
      <p:italic r:id="rId29"/>
      <p:boldItalic r:id="rId30"/>
    </p:embeddedFont>
    <p:embeddedFont>
      <p:font typeface="Proxima Nova" panose="020B0604020202020204" charset="0"/>
      <p:regular r:id="rId31"/>
      <p:bold r:id="rId32"/>
      <p:italic r:id="rId33"/>
      <p:boldItalic r:id="rId34"/>
    </p:embeddedFont>
    <p:embeddedFont>
      <p:font typeface="Roboto Condensed Light" panose="02000000000000000000" pitchFamily="2" charset="0"/>
      <p:regular r:id="rId35"/>
      <p: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C2B02A-F4F6-44CB-A6FF-40970805393E}">
  <a:tblStyle styleId="{CAC2B02A-F4F6-44CB-A6FF-4097080539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theme" Target="theme/theme1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0d8debd82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0d8debd82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0afbfbbe8c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0afbfbbe8c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0afbfbbe8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0afbfbbe8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10d8debd82a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10d8debd82a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10e360cd6e2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10e360cd6e2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10e360cd6e2_2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10e360cd6e2_2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10e360cd6e2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10e360cd6e2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g10e360cd869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7" name="Google Shape;2427;g10e360cd869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g10e360cd869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5" name="Google Shape;2435;g10e360cd869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741350" y="-194869"/>
            <a:ext cx="688428" cy="693984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2116722">
            <a:off x="5403030" y="-58982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400200" y="543025"/>
            <a:ext cx="5029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62500" y="2782475"/>
            <a:ext cx="4267200" cy="3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147451" y="-19875"/>
            <a:ext cx="566849" cy="591090"/>
          </a:xfrm>
          <a:custGeom>
            <a:avLst/>
            <a:gdLst/>
            <a:ahLst/>
            <a:cxnLst/>
            <a:rect l="l" t="t" r="r" b="b"/>
            <a:pathLst>
              <a:path w="43470" h="45329" extrusionOk="0">
                <a:moveTo>
                  <a:pt x="16009" y="0"/>
                </a:moveTo>
                <a:lnTo>
                  <a:pt x="14091" y="15709"/>
                </a:lnTo>
                <a:lnTo>
                  <a:pt x="1" y="23024"/>
                </a:lnTo>
                <a:lnTo>
                  <a:pt x="14390" y="29679"/>
                </a:lnTo>
                <a:lnTo>
                  <a:pt x="17028" y="45328"/>
                </a:lnTo>
                <a:lnTo>
                  <a:pt x="27821" y="33756"/>
                </a:lnTo>
                <a:lnTo>
                  <a:pt x="43469" y="36035"/>
                </a:lnTo>
                <a:lnTo>
                  <a:pt x="35795" y="22185"/>
                </a:lnTo>
                <a:lnTo>
                  <a:pt x="42810" y="8035"/>
                </a:lnTo>
                <a:lnTo>
                  <a:pt x="42810" y="8035"/>
                </a:lnTo>
                <a:lnTo>
                  <a:pt x="27281" y="11033"/>
                </a:lnTo>
                <a:lnTo>
                  <a:pt x="16009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702542" y="543021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121910" y="-19886"/>
            <a:ext cx="336980" cy="344021"/>
          </a:xfrm>
          <a:custGeom>
            <a:avLst/>
            <a:gdLst/>
            <a:ahLst/>
            <a:cxnLst/>
            <a:rect l="l" t="t" r="r" b="b"/>
            <a:pathLst>
              <a:path w="25842" h="26382" extrusionOk="0">
                <a:moveTo>
                  <a:pt x="8274" y="1"/>
                </a:moveTo>
                <a:lnTo>
                  <a:pt x="7855" y="9234"/>
                </a:lnTo>
                <a:lnTo>
                  <a:pt x="0" y="14151"/>
                </a:lnTo>
                <a:lnTo>
                  <a:pt x="8634" y="17388"/>
                </a:lnTo>
                <a:lnTo>
                  <a:pt x="10853" y="26382"/>
                </a:lnTo>
                <a:lnTo>
                  <a:pt x="16608" y="19187"/>
                </a:lnTo>
                <a:lnTo>
                  <a:pt x="25842" y="19847"/>
                </a:lnTo>
                <a:lnTo>
                  <a:pt x="25842" y="19847"/>
                </a:lnTo>
                <a:lnTo>
                  <a:pt x="20745" y="12112"/>
                </a:lnTo>
                <a:lnTo>
                  <a:pt x="24283" y="3538"/>
                </a:lnTo>
                <a:lnTo>
                  <a:pt x="15349" y="5996"/>
                </a:lnTo>
                <a:lnTo>
                  <a:pt x="827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8747983" y="845857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92253" y="841533"/>
            <a:ext cx="408139" cy="416732"/>
          </a:xfrm>
          <a:custGeom>
            <a:avLst/>
            <a:gdLst/>
            <a:ahLst/>
            <a:cxnLst/>
            <a:rect l="l" t="t" r="r" b="b"/>
            <a:pathLst>
              <a:path w="31299" h="31958" extrusionOk="0">
                <a:moveTo>
                  <a:pt x="10014" y="1"/>
                </a:moveTo>
                <a:lnTo>
                  <a:pt x="9474" y="11213"/>
                </a:lnTo>
                <a:lnTo>
                  <a:pt x="1" y="17148"/>
                </a:lnTo>
                <a:lnTo>
                  <a:pt x="10433" y="21106"/>
                </a:lnTo>
                <a:lnTo>
                  <a:pt x="13131" y="31958"/>
                </a:lnTo>
                <a:lnTo>
                  <a:pt x="20146" y="23204"/>
                </a:lnTo>
                <a:lnTo>
                  <a:pt x="31298" y="24044"/>
                </a:lnTo>
                <a:lnTo>
                  <a:pt x="25183" y="14630"/>
                </a:lnTo>
                <a:lnTo>
                  <a:pt x="29380" y="4258"/>
                </a:lnTo>
                <a:lnTo>
                  <a:pt x="18587" y="7256"/>
                </a:lnTo>
                <a:lnTo>
                  <a:pt x="1001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660692" y="369596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 rot="-1288748">
            <a:off x="5085336" y="484347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4498490" y="294300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3896233" y="-51918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8697101" y="4236550"/>
            <a:ext cx="566849" cy="591090"/>
          </a:xfrm>
          <a:custGeom>
            <a:avLst/>
            <a:gdLst/>
            <a:ahLst/>
            <a:cxnLst/>
            <a:rect l="l" t="t" r="r" b="b"/>
            <a:pathLst>
              <a:path w="43470" h="45329" extrusionOk="0">
                <a:moveTo>
                  <a:pt x="16009" y="0"/>
                </a:moveTo>
                <a:lnTo>
                  <a:pt x="14091" y="15709"/>
                </a:lnTo>
                <a:lnTo>
                  <a:pt x="1" y="23024"/>
                </a:lnTo>
                <a:lnTo>
                  <a:pt x="14390" y="29679"/>
                </a:lnTo>
                <a:lnTo>
                  <a:pt x="17028" y="45328"/>
                </a:lnTo>
                <a:lnTo>
                  <a:pt x="27821" y="33756"/>
                </a:lnTo>
                <a:lnTo>
                  <a:pt x="43469" y="36035"/>
                </a:lnTo>
                <a:lnTo>
                  <a:pt x="35795" y="22185"/>
                </a:lnTo>
                <a:lnTo>
                  <a:pt x="42810" y="8035"/>
                </a:lnTo>
                <a:lnTo>
                  <a:pt x="42810" y="8035"/>
                </a:lnTo>
                <a:lnTo>
                  <a:pt x="27281" y="11033"/>
                </a:lnTo>
                <a:lnTo>
                  <a:pt x="16009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7289875" y="4650406"/>
            <a:ext cx="688428" cy="693984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7978308" y="4152907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 rot="-2056866">
            <a:off x="8412041" y="4738484"/>
            <a:ext cx="207197" cy="19782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6907165" y="4650400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2101750" y="852067"/>
            <a:ext cx="4584900" cy="9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 idx="2" hasCustomPrompt="1"/>
          </p:nvPr>
        </p:nvSpPr>
        <p:spPr>
          <a:xfrm>
            <a:off x="714575" y="1065822"/>
            <a:ext cx="1171500" cy="5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4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>
            <a:off x="2101750" y="1893223"/>
            <a:ext cx="4584900" cy="3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501896" y="-105424"/>
            <a:ext cx="297955" cy="311845"/>
          </a:xfrm>
          <a:custGeom>
            <a:avLst/>
            <a:gdLst/>
            <a:ahLst/>
            <a:cxnLst/>
            <a:rect l="l" t="t" r="r" b="b"/>
            <a:pathLst>
              <a:path w="19307" h="20207" extrusionOk="0">
                <a:moveTo>
                  <a:pt x="11812" y="1"/>
                </a:moveTo>
                <a:lnTo>
                  <a:pt x="7015" y="5097"/>
                </a:lnTo>
                <a:lnTo>
                  <a:pt x="0" y="4018"/>
                </a:lnTo>
                <a:lnTo>
                  <a:pt x="3418" y="10194"/>
                </a:lnTo>
                <a:lnTo>
                  <a:pt x="180" y="16489"/>
                </a:lnTo>
                <a:lnTo>
                  <a:pt x="180" y="16489"/>
                </a:lnTo>
                <a:lnTo>
                  <a:pt x="7135" y="15230"/>
                </a:lnTo>
                <a:lnTo>
                  <a:pt x="12111" y="20206"/>
                </a:lnTo>
                <a:lnTo>
                  <a:pt x="13011" y="13191"/>
                </a:lnTo>
                <a:lnTo>
                  <a:pt x="19306" y="9954"/>
                </a:lnTo>
                <a:lnTo>
                  <a:pt x="12951" y="6956"/>
                </a:lnTo>
                <a:lnTo>
                  <a:pt x="1181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-76967" y="321470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 rot="8743134">
            <a:off x="1052912" y="225753"/>
            <a:ext cx="207197" cy="19782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 rot="-8866807">
            <a:off x="-223148" y="1136474"/>
            <a:ext cx="688375" cy="693930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 rot="1675549">
            <a:off x="8919559" y="523641"/>
            <a:ext cx="337007" cy="344050"/>
          </a:xfrm>
          <a:custGeom>
            <a:avLst/>
            <a:gdLst/>
            <a:ahLst/>
            <a:cxnLst/>
            <a:rect l="l" t="t" r="r" b="b"/>
            <a:pathLst>
              <a:path w="25842" h="26382" extrusionOk="0">
                <a:moveTo>
                  <a:pt x="8274" y="1"/>
                </a:moveTo>
                <a:lnTo>
                  <a:pt x="7855" y="9234"/>
                </a:lnTo>
                <a:lnTo>
                  <a:pt x="0" y="14151"/>
                </a:lnTo>
                <a:lnTo>
                  <a:pt x="8634" y="17388"/>
                </a:lnTo>
                <a:lnTo>
                  <a:pt x="10853" y="26382"/>
                </a:lnTo>
                <a:lnTo>
                  <a:pt x="16608" y="19187"/>
                </a:lnTo>
                <a:lnTo>
                  <a:pt x="25842" y="19847"/>
                </a:lnTo>
                <a:lnTo>
                  <a:pt x="25842" y="19847"/>
                </a:lnTo>
                <a:lnTo>
                  <a:pt x="20745" y="12112"/>
                </a:lnTo>
                <a:lnTo>
                  <a:pt x="24283" y="3538"/>
                </a:lnTo>
                <a:lnTo>
                  <a:pt x="15349" y="5996"/>
                </a:lnTo>
                <a:lnTo>
                  <a:pt x="827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"/>
          <p:cNvSpPr/>
          <p:nvPr/>
        </p:nvSpPr>
        <p:spPr>
          <a:xfrm rot="-8866807">
            <a:off x="8323627" y="-296464"/>
            <a:ext cx="688375" cy="693930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367AC0">
              <a:alpha val="330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7230171" y="321476"/>
            <a:ext cx="297955" cy="311845"/>
          </a:xfrm>
          <a:custGeom>
            <a:avLst/>
            <a:gdLst/>
            <a:ahLst/>
            <a:cxnLst/>
            <a:rect l="l" t="t" r="r" b="b"/>
            <a:pathLst>
              <a:path w="19307" h="20207" extrusionOk="0">
                <a:moveTo>
                  <a:pt x="11812" y="1"/>
                </a:moveTo>
                <a:lnTo>
                  <a:pt x="7015" y="5097"/>
                </a:lnTo>
                <a:lnTo>
                  <a:pt x="0" y="4018"/>
                </a:lnTo>
                <a:lnTo>
                  <a:pt x="3418" y="10194"/>
                </a:lnTo>
                <a:lnTo>
                  <a:pt x="180" y="16489"/>
                </a:lnTo>
                <a:lnTo>
                  <a:pt x="180" y="16489"/>
                </a:lnTo>
                <a:lnTo>
                  <a:pt x="7135" y="15230"/>
                </a:lnTo>
                <a:lnTo>
                  <a:pt x="12111" y="20206"/>
                </a:lnTo>
                <a:lnTo>
                  <a:pt x="13011" y="13191"/>
                </a:lnTo>
                <a:lnTo>
                  <a:pt x="19306" y="9954"/>
                </a:lnTo>
                <a:lnTo>
                  <a:pt x="12951" y="6956"/>
                </a:lnTo>
                <a:lnTo>
                  <a:pt x="1181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"/>
          <p:cNvSpPr/>
          <p:nvPr/>
        </p:nvSpPr>
        <p:spPr>
          <a:xfrm rot="8683278">
            <a:off x="168543" y="4264049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/>
          <p:cNvSpPr/>
          <p:nvPr/>
        </p:nvSpPr>
        <p:spPr>
          <a:xfrm rot="10800000">
            <a:off x="1297829" y="4749012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/>
          <p:cNvSpPr/>
          <p:nvPr/>
        </p:nvSpPr>
        <p:spPr>
          <a:xfrm rot="10176130">
            <a:off x="451025" y="4686496"/>
            <a:ext cx="688357" cy="69391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subTitle" idx="1"/>
          </p:nvPr>
        </p:nvSpPr>
        <p:spPr>
          <a:xfrm>
            <a:off x="714300" y="1121025"/>
            <a:ext cx="7715400" cy="34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5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/>
          <p:nvPr/>
        </p:nvSpPr>
        <p:spPr>
          <a:xfrm rot="7888392">
            <a:off x="76477" y="4745338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 rot="10800000">
            <a:off x="3973469" y="-159322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 rot="10800000">
            <a:off x="77458" y="4053716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 rot="10800000">
            <a:off x="8226423" y="248758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 rot="10800000">
            <a:off x="8633156" y="1014278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 rot="10800000">
            <a:off x="8747981" y="4005190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 rot="7888392">
            <a:off x="7462652" y="4669300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 rot="7888392">
            <a:off x="7010752" y="-150350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 rot="10664077">
            <a:off x="143703" y="-302287"/>
            <a:ext cx="688409" cy="693964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 rot="7739418">
            <a:off x="-192861" y="413732"/>
            <a:ext cx="396031" cy="408083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 rot="8743134">
            <a:off x="1169430" y="97723"/>
            <a:ext cx="207197" cy="19782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 rot="10800000">
            <a:off x="8633148" y="3212108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 rot="10800000">
            <a:off x="-192869" y="2431853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 idx="2"/>
          </p:nvPr>
        </p:nvSpPr>
        <p:spPr>
          <a:xfrm>
            <a:off x="1456175" y="2681850"/>
            <a:ext cx="2517300" cy="4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1"/>
          </p:nvPr>
        </p:nvSpPr>
        <p:spPr>
          <a:xfrm>
            <a:off x="1456175" y="3174188"/>
            <a:ext cx="25173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title" idx="3"/>
          </p:nvPr>
        </p:nvSpPr>
        <p:spPr>
          <a:xfrm>
            <a:off x="5170525" y="2681850"/>
            <a:ext cx="2517300" cy="4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4"/>
          </p:nvPr>
        </p:nvSpPr>
        <p:spPr>
          <a:xfrm>
            <a:off x="5170525" y="3174188"/>
            <a:ext cx="25173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/>
          <p:nvPr/>
        </p:nvSpPr>
        <p:spPr>
          <a:xfrm rot="7888392">
            <a:off x="338502" y="4438988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 rot="10800000">
            <a:off x="3973469" y="-159322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5"/>
          <p:cNvSpPr/>
          <p:nvPr/>
        </p:nvSpPr>
        <p:spPr>
          <a:xfrm rot="10800000">
            <a:off x="3800206" y="4643828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 rot="10800000">
            <a:off x="8673481" y="4053715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 rot="7888392">
            <a:off x="7462652" y="4669300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 rot="9511252">
            <a:off x="8437254" y="3529330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/>
          <p:nvPr/>
        </p:nvSpPr>
        <p:spPr>
          <a:xfrm rot="10800000">
            <a:off x="6961473" y="4745433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 rot="7888392">
            <a:off x="7010752" y="-150350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5"/>
          <p:cNvSpPr/>
          <p:nvPr/>
        </p:nvSpPr>
        <p:spPr>
          <a:xfrm rot="10800000">
            <a:off x="8328060" y="562245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 rot="10664077">
            <a:off x="143703" y="-302287"/>
            <a:ext cx="688409" cy="693964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 rot="7739418">
            <a:off x="-192861" y="413732"/>
            <a:ext cx="396031" cy="408083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"/>
          <p:cNvSpPr/>
          <p:nvPr/>
        </p:nvSpPr>
        <p:spPr>
          <a:xfrm rot="8743134">
            <a:off x="1169430" y="97723"/>
            <a:ext cx="207197" cy="19782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5"/>
          <p:cNvSpPr/>
          <p:nvPr/>
        </p:nvSpPr>
        <p:spPr>
          <a:xfrm rot="10800000">
            <a:off x="77458" y="4053716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"/>
          <p:cNvSpPr/>
          <p:nvPr/>
        </p:nvSpPr>
        <p:spPr>
          <a:xfrm rot="-2911608">
            <a:off x="8085495" y="-256748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8747967" y="984383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/>
          <p:cNvSpPr/>
          <p:nvPr/>
        </p:nvSpPr>
        <p:spPr>
          <a:xfrm rot="-2116722">
            <a:off x="4094530" y="4819743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3484608" y="-147118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-186917" y="576295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6"/>
          <p:cNvSpPr/>
          <p:nvPr/>
        </p:nvSpPr>
        <p:spPr>
          <a:xfrm rot="-2911608">
            <a:off x="617195" y="-256736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-90560" y="2469325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6"/>
          <p:cNvSpPr/>
          <p:nvPr/>
        </p:nvSpPr>
        <p:spPr>
          <a:xfrm rot="1509459">
            <a:off x="8717215" y="3939018"/>
            <a:ext cx="688374" cy="693930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6363467" y="4746371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6"/>
          <p:cNvSpPr/>
          <p:nvPr/>
        </p:nvSpPr>
        <p:spPr>
          <a:xfrm rot="-2056866">
            <a:off x="8747966" y="3612134"/>
            <a:ext cx="207197" cy="19782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"/>
          <p:cNvSpPr/>
          <p:nvPr/>
        </p:nvSpPr>
        <p:spPr>
          <a:xfrm rot="-2911608">
            <a:off x="617195" y="4745164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 rot="-2116722">
            <a:off x="6820880" y="-113795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1876815" y="4742838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"/>
          <p:cNvSpPr/>
          <p:nvPr/>
        </p:nvSpPr>
        <p:spPr>
          <a:xfrm rot="-2116722">
            <a:off x="290580" y="1911855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>
            <a:spLocks noGrp="1"/>
          </p:cNvSpPr>
          <p:nvPr>
            <p:ph type="subTitle" idx="1"/>
          </p:nvPr>
        </p:nvSpPr>
        <p:spPr>
          <a:xfrm>
            <a:off x="714300" y="1767050"/>
            <a:ext cx="3789000" cy="23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3789000" cy="10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 rot="8683278">
            <a:off x="666624" y="-135868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7"/>
          <p:cNvSpPr/>
          <p:nvPr/>
        </p:nvSpPr>
        <p:spPr>
          <a:xfrm rot="8743134">
            <a:off x="8219005" y="191673"/>
            <a:ext cx="207197" cy="19782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"/>
          <p:cNvSpPr/>
          <p:nvPr/>
        </p:nvSpPr>
        <p:spPr>
          <a:xfrm rot="-7888392" flipH="1">
            <a:off x="7582645" y="4728358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7"/>
          <p:cNvSpPr/>
          <p:nvPr/>
        </p:nvSpPr>
        <p:spPr>
          <a:xfrm rot="10800000" flipH="1">
            <a:off x="8644405" y="4636336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7"/>
          <p:cNvSpPr/>
          <p:nvPr/>
        </p:nvSpPr>
        <p:spPr>
          <a:xfrm rot="-8683278" flipH="1">
            <a:off x="8933068" y="948639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7"/>
          <p:cNvSpPr/>
          <p:nvPr/>
        </p:nvSpPr>
        <p:spPr>
          <a:xfrm rot="10800000" flipH="1">
            <a:off x="5491552" y="4357203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7"/>
          <p:cNvSpPr/>
          <p:nvPr/>
        </p:nvSpPr>
        <p:spPr>
          <a:xfrm rot="10800000" flipH="1">
            <a:off x="4759896" y="4562072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7"/>
          <p:cNvSpPr/>
          <p:nvPr/>
        </p:nvSpPr>
        <p:spPr>
          <a:xfrm rot="-7888392" flipH="1">
            <a:off x="728882" y="4728370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7"/>
          <p:cNvSpPr/>
          <p:nvPr/>
        </p:nvSpPr>
        <p:spPr>
          <a:xfrm rot="-7888392" flipH="1">
            <a:off x="6953395" y="-278817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7"/>
          <p:cNvSpPr/>
          <p:nvPr/>
        </p:nvSpPr>
        <p:spPr>
          <a:xfrm rot="-5818175" flipH="1">
            <a:off x="-145203" y="1051538"/>
            <a:ext cx="688385" cy="693940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7"/>
          <p:cNvSpPr/>
          <p:nvPr/>
        </p:nvSpPr>
        <p:spPr>
          <a:xfrm rot="-8683278" flipH="1">
            <a:off x="4759905" y="227377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7"/>
          <p:cNvSpPr/>
          <p:nvPr/>
        </p:nvSpPr>
        <p:spPr>
          <a:xfrm rot="10800000" flipH="1">
            <a:off x="397005" y="4636336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7"/>
          <p:cNvSpPr/>
          <p:nvPr/>
        </p:nvSpPr>
        <p:spPr>
          <a:xfrm rot="-8683278" flipH="1">
            <a:off x="-191882" y="345589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7"/>
          <p:cNvSpPr/>
          <p:nvPr/>
        </p:nvSpPr>
        <p:spPr>
          <a:xfrm rot="10800000" flipH="1">
            <a:off x="971" y="3871985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714300" y="1432400"/>
            <a:ext cx="5168100" cy="20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8838750" y="1030656"/>
            <a:ext cx="688428" cy="693984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F3D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3661839" y="4736150"/>
            <a:ext cx="566849" cy="591090"/>
          </a:xfrm>
          <a:custGeom>
            <a:avLst/>
            <a:gdLst/>
            <a:ahLst/>
            <a:cxnLst/>
            <a:rect l="l" t="t" r="r" b="b"/>
            <a:pathLst>
              <a:path w="43470" h="45329" extrusionOk="0">
                <a:moveTo>
                  <a:pt x="16009" y="0"/>
                </a:moveTo>
                <a:lnTo>
                  <a:pt x="14091" y="15709"/>
                </a:lnTo>
                <a:lnTo>
                  <a:pt x="1" y="23024"/>
                </a:lnTo>
                <a:lnTo>
                  <a:pt x="14390" y="29679"/>
                </a:lnTo>
                <a:lnTo>
                  <a:pt x="17028" y="45328"/>
                </a:lnTo>
                <a:lnTo>
                  <a:pt x="27821" y="33756"/>
                </a:lnTo>
                <a:lnTo>
                  <a:pt x="43469" y="36035"/>
                </a:lnTo>
                <a:lnTo>
                  <a:pt x="35795" y="22185"/>
                </a:lnTo>
                <a:lnTo>
                  <a:pt x="42810" y="8035"/>
                </a:lnTo>
                <a:lnTo>
                  <a:pt x="42810" y="8035"/>
                </a:lnTo>
                <a:lnTo>
                  <a:pt x="27281" y="11033"/>
                </a:lnTo>
                <a:lnTo>
                  <a:pt x="16009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393467" y="4505546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2251585" y="-121511"/>
            <a:ext cx="336980" cy="344021"/>
          </a:xfrm>
          <a:custGeom>
            <a:avLst/>
            <a:gdLst/>
            <a:ahLst/>
            <a:cxnLst/>
            <a:rect l="l" t="t" r="r" b="b"/>
            <a:pathLst>
              <a:path w="25842" h="26382" extrusionOk="0">
                <a:moveTo>
                  <a:pt x="8274" y="1"/>
                </a:moveTo>
                <a:lnTo>
                  <a:pt x="7855" y="9234"/>
                </a:lnTo>
                <a:lnTo>
                  <a:pt x="0" y="14151"/>
                </a:lnTo>
                <a:lnTo>
                  <a:pt x="8634" y="17388"/>
                </a:lnTo>
                <a:lnTo>
                  <a:pt x="10853" y="26382"/>
                </a:lnTo>
                <a:lnTo>
                  <a:pt x="16608" y="19187"/>
                </a:lnTo>
                <a:lnTo>
                  <a:pt x="25842" y="19847"/>
                </a:lnTo>
                <a:lnTo>
                  <a:pt x="25842" y="19847"/>
                </a:lnTo>
                <a:lnTo>
                  <a:pt x="20745" y="12112"/>
                </a:lnTo>
                <a:lnTo>
                  <a:pt x="24283" y="3538"/>
                </a:lnTo>
                <a:lnTo>
                  <a:pt x="15349" y="5996"/>
                </a:lnTo>
                <a:lnTo>
                  <a:pt x="827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-76967" y="321470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795303" y="4855258"/>
            <a:ext cx="408139" cy="416732"/>
          </a:xfrm>
          <a:custGeom>
            <a:avLst/>
            <a:gdLst/>
            <a:ahLst/>
            <a:cxnLst/>
            <a:rect l="l" t="t" r="r" b="b"/>
            <a:pathLst>
              <a:path w="31299" h="31958" extrusionOk="0">
                <a:moveTo>
                  <a:pt x="10014" y="1"/>
                </a:moveTo>
                <a:lnTo>
                  <a:pt x="9474" y="11213"/>
                </a:lnTo>
                <a:lnTo>
                  <a:pt x="1" y="17148"/>
                </a:lnTo>
                <a:lnTo>
                  <a:pt x="10433" y="21106"/>
                </a:lnTo>
                <a:lnTo>
                  <a:pt x="13131" y="31958"/>
                </a:lnTo>
                <a:lnTo>
                  <a:pt x="20146" y="23204"/>
                </a:lnTo>
                <a:lnTo>
                  <a:pt x="31298" y="24044"/>
                </a:lnTo>
                <a:lnTo>
                  <a:pt x="25183" y="14630"/>
                </a:lnTo>
                <a:lnTo>
                  <a:pt x="29380" y="4258"/>
                </a:lnTo>
                <a:lnTo>
                  <a:pt x="18587" y="7256"/>
                </a:lnTo>
                <a:lnTo>
                  <a:pt x="10014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8660692" y="369596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8"/>
          <p:cNvSpPr/>
          <p:nvPr/>
        </p:nvSpPr>
        <p:spPr>
          <a:xfrm rot="2700000">
            <a:off x="-285178" y="3860242"/>
            <a:ext cx="566807" cy="591047"/>
          </a:xfrm>
          <a:custGeom>
            <a:avLst/>
            <a:gdLst/>
            <a:ahLst/>
            <a:cxnLst/>
            <a:rect l="l" t="t" r="r" b="b"/>
            <a:pathLst>
              <a:path w="43470" h="45329" extrusionOk="0">
                <a:moveTo>
                  <a:pt x="16009" y="0"/>
                </a:moveTo>
                <a:lnTo>
                  <a:pt x="14091" y="15709"/>
                </a:lnTo>
                <a:lnTo>
                  <a:pt x="1" y="23024"/>
                </a:lnTo>
                <a:lnTo>
                  <a:pt x="14390" y="29679"/>
                </a:lnTo>
                <a:lnTo>
                  <a:pt x="17028" y="45328"/>
                </a:lnTo>
                <a:lnTo>
                  <a:pt x="27821" y="33756"/>
                </a:lnTo>
                <a:lnTo>
                  <a:pt x="43469" y="36035"/>
                </a:lnTo>
                <a:lnTo>
                  <a:pt x="35795" y="22185"/>
                </a:lnTo>
                <a:lnTo>
                  <a:pt x="42810" y="8035"/>
                </a:lnTo>
                <a:lnTo>
                  <a:pt x="42810" y="8035"/>
                </a:lnTo>
                <a:lnTo>
                  <a:pt x="27281" y="11033"/>
                </a:lnTo>
                <a:lnTo>
                  <a:pt x="16009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8"/>
          <p:cNvSpPr/>
          <p:nvPr/>
        </p:nvSpPr>
        <p:spPr>
          <a:xfrm rot="-2116722">
            <a:off x="7950905" y="-114107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3D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8"/>
          <p:cNvSpPr/>
          <p:nvPr/>
        </p:nvSpPr>
        <p:spPr>
          <a:xfrm rot="-1288748">
            <a:off x="1735536" y="99522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6952765" y="164750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8"/>
          <p:cNvSpPr/>
          <p:nvPr/>
        </p:nvSpPr>
        <p:spPr>
          <a:xfrm rot="-808271">
            <a:off x="3747255" y="-165788"/>
            <a:ext cx="396018" cy="408070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3D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"/>
          <p:cNvSpPr/>
          <p:nvPr/>
        </p:nvSpPr>
        <p:spPr>
          <a:xfrm rot="-1768179">
            <a:off x="610705" y="4308767"/>
            <a:ext cx="207186" cy="19781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EBBE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"/>
          <p:cNvSpPr/>
          <p:nvPr/>
        </p:nvSpPr>
        <p:spPr>
          <a:xfrm rot="-1768179">
            <a:off x="354305" y="2676367"/>
            <a:ext cx="207186" cy="19781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EBBE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2445150" y="1454763"/>
            <a:ext cx="4253700" cy="66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8" name="Google Shape;128;p9"/>
          <p:cNvSpPr txBox="1">
            <a:spLocks noGrp="1"/>
          </p:cNvSpPr>
          <p:nvPr>
            <p:ph type="subTitle" idx="1"/>
          </p:nvPr>
        </p:nvSpPr>
        <p:spPr>
          <a:xfrm>
            <a:off x="2445150" y="2199838"/>
            <a:ext cx="4253700" cy="14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9"/>
          <p:cNvSpPr/>
          <p:nvPr/>
        </p:nvSpPr>
        <p:spPr>
          <a:xfrm rot="-2911608">
            <a:off x="7741345" y="-194823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8483583" y="1105832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8747967" y="268708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"/>
          <p:cNvSpPr/>
          <p:nvPr/>
        </p:nvSpPr>
        <p:spPr>
          <a:xfrm rot="-2056866">
            <a:off x="7635341" y="450684"/>
            <a:ext cx="207197" cy="19782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5303665" y="294300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-186917" y="576295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"/>
          <p:cNvSpPr/>
          <p:nvPr/>
        </p:nvSpPr>
        <p:spPr>
          <a:xfrm rot="-2911608">
            <a:off x="617195" y="-256736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9"/>
          <p:cNvSpPr/>
          <p:nvPr/>
        </p:nvSpPr>
        <p:spPr>
          <a:xfrm rot="-2116722">
            <a:off x="1585180" y="345580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"/>
          <p:cNvSpPr/>
          <p:nvPr/>
        </p:nvSpPr>
        <p:spPr>
          <a:xfrm rot="-2911608">
            <a:off x="-43193" y="3843252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"/>
          <p:cNvSpPr/>
          <p:nvPr/>
        </p:nvSpPr>
        <p:spPr>
          <a:xfrm rot="-2056866">
            <a:off x="73253" y="4776984"/>
            <a:ext cx="207197" cy="19782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1305133" y="4862382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9"/>
          <p:cNvSpPr/>
          <p:nvPr/>
        </p:nvSpPr>
        <p:spPr>
          <a:xfrm rot="-1288748">
            <a:off x="294211" y="1938134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"/>
          <p:cNvSpPr/>
          <p:nvPr/>
        </p:nvSpPr>
        <p:spPr>
          <a:xfrm rot="-919850">
            <a:off x="8925329" y="3928126"/>
            <a:ext cx="396006" cy="408059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>
            <a:spLocks noGrp="1"/>
          </p:cNvSpPr>
          <p:nvPr>
            <p:ph type="title"/>
          </p:nvPr>
        </p:nvSpPr>
        <p:spPr>
          <a:xfrm>
            <a:off x="714300" y="549600"/>
            <a:ext cx="2942400" cy="21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0"/>
          <p:cNvSpPr/>
          <p:nvPr/>
        </p:nvSpPr>
        <p:spPr>
          <a:xfrm rot="-2911608">
            <a:off x="617195" y="-256736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"/>
          <p:cNvSpPr/>
          <p:nvPr/>
        </p:nvSpPr>
        <p:spPr>
          <a:xfrm rot="-1288748">
            <a:off x="294211" y="1938134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8970933" y="2244820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"/>
          <p:cNvSpPr/>
          <p:nvPr/>
        </p:nvSpPr>
        <p:spPr>
          <a:xfrm rot="-1288748">
            <a:off x="294211" y="4085559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0"/>
          <p:cNvSpPr/>
          <p:nvPr/>
        </p:nvSpPr>
        <p:spPr>
          <a:xfrm rot="-2911608">
            <a:off x="1367095" y="4745164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0"/>
          <p:cNvSpPr/>
          <p:nvPr/>
        </p:nvSpPr>
        <p:spPr>
          <a:xfrm rot="-1288748">
            <a:off x="8734711" y="2994784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7652933" y="-113805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"/>
          <p:cNvSpPr/>
          <p:nvPr/>
        </p:nvSpPr>
        <p:spPr>
          <a:xfrm rot="-1288748">
            <a:off x="2430286" y="4755909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0"/>
          <p:cNvSpPr/>
          <p:nvPr/>
        </p:nvSpPr>
        <p:spPr>
          <a:xfrm rot="-2911608">
            <a:off x="8311870" y="4308839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-186917" y="576295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 hasCustomPrompt="1"/>
          </p:nvPr>
        </p:nvSpPr>
        <p:spPr>
          <a:xfrm>
            <a:off x="1465050" y="1616750"/>
            <a:ext cx="6213900" cy="12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56" name="Google Shape;156;p11"/>
          <p:cNvSpPr txBox="1">
            <a:spLocks noGrp="1"/>
          </p:cNvSpPr>
          <p:nvPr>
            <p:ph type="subTitle" idx="1"/>
          </p:nvPr>
        </p:nvSpPr>
        <p:spPr>
          <a:xfrm>
            <a:off x="2274750" y="3210245"/>
            <a:ext cx="4594500" cy="2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7" name="Google Shape;157;p11"/>
          <p:cNvSpPr/>
          <p:nvPr/>
        </p:nvSpPr>
        <p:spPr>
          <a:xfrm flipH="1">
            <a:off x="4916479" y="4736150"/>
            <a:ext cx="566849" cy="591090"/>
          </a:xfrm>
          <a:custGeom>
            <a:avLst/>
            <a:gdLst/>
            <a:ahLst/>
            <a:cxnLst/>
            <a:rect l="l" t="t" r="r" b="b"/>
            <a:pathLst>
              <a:path w="43470" h="45329" extrusionOk="0">
                <a:moveTo>
                  <a:pt x="16009" y="0"/>
                </a:moveTo>
                <a:lnTo>
                  <a:pt x="14091" y="15709"/>
                </a:lnTo>
                <a:lnTo>
                  <a:pt x="1" y="23024"/>
                </a:lnTo>
                <a:lnTo>
                  <a:pt x="14390" y="29679"/>
                </a:lnTo>
                <a:lnTo>
                  <a:pt x="17028" y="45328"/>
                </a:lnTo>
                <a:lnTo>
                  <a:pt x="27821" y="33756"/>
                </a:lnTo>
                <a:lnTo>
                  <a:pt x="43469" y="36035"/>
                </a:lnTo>
                <a:lnTo>
                  <a:pt x="35795" y="22185"/>
                </a:lnTo>
                <a:lnTo>
                  <a:pt x="42810" y="8035"/>
                </a:lnTo>
                <a:lnTo>
                  <a:pt x="42810" y="8035"/>
                </a:lnTo>
                <a:lnTo>
                  <a:pt x="27281" y="11033"/>
                </a:lnTo>
                <a:lnTo>
                  <a:pt x="16009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"/>
          <p:cNvSpPr/>
          <p:nvPr/>
        </p:nvSpPr>
        <p:spPr>
          <a:xfrm flipH="1">
            <a:off x="8544506" y="4505546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1"/>
          <p:cNvSpPr/>
          <p:nvPr/>
        </p:nvSpPr>
        <p:spPr>
          <a:xfrm flipH="1">
            <a:off x="6556601" y="-121511"/>
            <a:ext cx="336980" cy="344021"/>
          </a:xfrm>
          <a:custGeom>
            <a:avLst/>
            <a:gdLst/>
            <a:ahLst/>
            <a:cxnLst/>
            <a:rect l="l" t="t" r="r" b="b"/>
            <a:pathLst>
              <a:path w="25842" h="26382" extrusionOk="0">
                <a:moveTo>
                  <a:pt x="8274" y="1"/>
                </a:moveTo>
                <a:lnTo>
                  <a:pt x="7855" y="9234"/>
                </a:lnTo>
                <a:lnTo>
                  <a:pt x="0" y="14151"/>
                </a:lnTo>
                <a:lnTo>
                  <a:pt x="8634" y="17388"/>
                </a:lnTo>
                <a:lnTo>
                  <a:pt x="10853" y="26382"/>
                </a:lnTo>
                <a:lnTo>
                  <a:pt x="16608" y="19187"/>
                </a:lnTo>
                <a:lnTo>
                  <a:pt x="25842" y="19847"/>
                </a:lnTo>
                <a:lnTo>
                  <a:pt x="25842" y="19847"/>
                </a:lnTo>
                <a:lnTo>
                  <a:pt x="20745" y="12112"/>
                </a:lnTo>
                <a:lnTo>
                  <a:pt x="24283" y="3538"/>
                </a:lnTo>
                <a:lnTo>
                  <a:pt x="15349" y="5996"/>
                </a:lnTo>
                <a:lnTo>
                  <a:pt x="827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1"/>
          <p:cNvSpPr/>
          <p:nvPr/>
        </p:nvSpPr>
        <p:spPr>
          <a:xfrm flipH="1">
            <a:off x="8826104" y="321470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1"/>
          <p:cNvSpPr/>
          <p:nvPr/>
        </p:nvSpPr>
        <p:spPr>
          <a:xfrm flipH="1">
            <a:off x="7941725" y="4855258"/>
            <a:ext cx="408139" cy="416732"/>
          </a:xfrm>
          <a:custGeom>
            <a:avLst/>
            <a:gdLst/>
            <a:ahLst/>
            <a:cxnLst/>
            <a:rect l="l" t="t" r="r" b="b"/>
            <a:pathLst>
              <a:path w="31299" h="31958" extrusionOk="0">
                <a:moveTo>
                  <a:pt x="10014" y="1"/>
                </a:moveTo>
                <a:lnTo>
                  <a:pt x="9474" y="11213"/>
                </a:lnTo>
                <a:lnTo>
                  <a:pt x="1" y="17148"/>
                </a:lnTo>
                <a:lnTo>
                  <a:pt x="10433" y="21106"/>
                </a:lnTo>
                <a:lnTo>
                  <a:pt x="13131" y="31958"/>
                </a:lnTo>
                <a:lnTo>
                  <a:pt x="20146" y="23204"/>
                </a:lnTo>
                <a:lnTo>
                  <a:pt x="31298" y="24044"/>
                </a:lnTo>
                <a:lnTo>
                  <a:pt x="25183" y="14630"/>
                </a:lnTo>
                <a:lnTo>
                  <a:pt x="29380" y="4258"/>
                </a:lnTo>
                <a:lnTo>
                  <a:pt x="18587" y="7256"/>
                </a:lnTo>
                <a:lnTo>
                  <a:pt x="100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1"/>
          <p:cNvSpPr/>
          <p:nvPr/>
        </p:nvSpPr>
        <p:spPr>
          <a:xfrm flipH="1">
            <a:off x="277281" y="369596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1"/>
          <p:cNvSpPr/>
          <p:nvPr/>
        </p:nvSpPr>
        <p:spPr>
          <a:xfrm rot="-2700000" flipH="1">
            <a:off x="8863536" y="3860242"/>
            <a:ext cx="566807" cy="591047"/>
          </a:xfrm>
          <a:custGeom>
            <a:avLst/>
            <a:gdLst/>
            <a:ahLst/>
            <a:cxnLst/>
            <a:rect l="l" t="t" r="r" b="b"/>
            <a:pathLst>
              <a:path w="43470" h="45329" extrusionOk="0">
                <a:moveTo>
                  <a:pt x="16009" y="0"/>
                </a:moveTo>
                <a:lnTo>
                  <a:pt x="14091" y="15709"/>
                </a:lnTo>
                <a:lnTo>
                  <a:pt x="1" y="23024"/>
                </a:lnTo>
                <a:lnTo>
                  <a:pt x="14390" y="29679"/>
                </a:lnTo>
                <a:lnTo>
                  <a:pt x="17028" y="45328"/>
                </a:lnTo>
                <a:lnTo>
                  <a:pt x="27821" y="33756"/>
                </a:lnTo>
                <a:lnTo>
                  <a:pt x="43469" y="36035"/>
                </a:lnTo>
                <a:lnTo>
                  <a:pt x="35795" y="22185"/>
                </a:lnTo>
                <a:lnTo>
                  <a:pt x="42810" y="8035"/>
                </a:lnTo>
                <a:lnTo>
                  <a:pt x="42810" y="8035"/>
                </a:lnTo>
                <a:lnTo>
                  <a:pt x="27281" y="11033"/>
                </a:lnTo>
                <a:lnTo>
                  <a:pt x="1600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1"/>
          <p:cNvSpPr/>
          <p:nvPr/>
        </p:nvSpPr>
        <p:spPr>
          <a:xfrm rot="2116722" flipH="1">
            <a:off x="798259" y="-114107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"/>
          <p:cNvSpPr/>
          <p:nvPr/>
        </p:nvSpPr>
        <p:spPr>
          <a:xfrm rot="1288748" flipH="1">
            <a:off x="7202427" y="99522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"/>
          <p:cNvSpPr/>
          <p:nvPr/>
        </p:nvSpPr>
        <p:spPr>
          <a:xfrm flipH="1">
            <a:off x="1989121" y="164750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rgbClr val="F3D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1"/>
          <p:cNvSpPr/>
          <p:nvPr/>
        </p:nvSpPr>
        <p:spPr>
          <a:xfrm rot="2056866" flipH="1">
            <a:off x="3282290" y="4868809"/>
            <a:ext cx="207197" cy="19782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"/>
          <p:cNvSpPr/>
          <p:nvPr/>
        </p:nvSpPr>
        <p:spPr>
          <a:xfrm rot="1768179" flipH="1">
            <a:off x="8583675" y="2676367"/>
            <a:ext cx="207186" cy="19781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EBBE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1"/>
          <p:cNvSpPr/>
          <p:nvPr/>
        </p:nvSpPr>
        <p:spPr>
          <a:xfrm rot="3158177" flipH="1">
            <a:off x="446887" y="4741612"/>
            <a:ext cx="688387" cy="69394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1"/>
          <p:cNvSpPr/>
          <p:nvPr/>
        </p:nvSpPr>
        <p:spPr>
          <a:xfrm rot="808271" flipH="1">
            <a:off x="5001893" y="-165788"/>
            <a:ext cx="396018" cy="408070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3D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1"/>
          <p:cNvSpPr/>
          <p:nvPr/>
        </p:nvSpPr>
        <p:spPr>
          <a:xfrm flipH="1">
            <a:off x="-411137" y="1223206"/>
            <a:ext cx="688428" cy="693984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1"/>
          <p:cNvSpPr/>
          <p:nvPr/>
        </p:nvSpPr>
        <p:spPr>
          <a:xfrm flipH="1">
            <a:off x="-260434" y="3565688"/>
            <a:ext cx="566849" cy="591090"/>
          </a:xfrm>
          <a:custGeom>
            <a:avLst/>
            <a:gdLst/>
            <a:ahLst/>
            <a:cxnLst/>
            <a:rect l="l" t="t" r="r" b="b"/>
            <a:pathLst>
              <a:path w="43470" h="45329" extrusionOk="0">
                <a:moveTo>
                  <a:pt x="16009" y="0"/>
                </a:moveTo>
                <a:lnTo>
                  <a:pt x="14091" y="15709"/>
                </a:lnTo>
                <a:lnTo>
                  <a:pt x="1" y="23024"/>
                </a:lnTo>
                <a:lnTo>
                  <a:pt x="14390" y="29679"/>
                </a:lnTo>
                <a:lnTo>
                  <a:pt x="17028" y="45328"/>
                </a:lnTo>
                <a:lnTo>
                  <a:pt x="27821" y="33756"/>
                </a:lnTo>
                <a:lnTo>
                  <a:pt x="43469" y="36035"/>
                </a:lnTo>
                <a:lnTo>
                  <a:pt x="35795" y="22185"/>
                </a:lnTo>
                <a:lnTo>
                  <a:pt x="42810" y="8035"/>
                </a:lnTo>
                <a:lnTo>
                  <a:pt x="42810" y="8035"/>
                </a:lnTo>
                <a:lnTo>
                  <a:pt x="27281" y="11033"/>
                </a:lnTo>
                <a:lnTo>
                  <a:pt x="16009" y="0"/>
                </a:lnTo>
                <a:close/>
              </a:path>
            </a:pathLst>
          </a:custGeom>
          <a:solidFill>
            <a:srgbClr val="E283B5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1"/>
          <p:cNvSpPr/>
          <p:nvPr/>
        </p:nvSpPr>
        <p:spPr>
          <a:xfrm rot="1768179" flipH="1">
            <a:off x="743787" y="4142292"/>
            <a:ext cx="207186" cy="19781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EBBE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1"/>
          <p:cNvSpPr/>
          <p:nvPr/>
        </p:nvSpPr>
        <p:spPr>
          <a:xfrm flipH="1">
            <a:off x="484481" y="3019821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"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 txBox="1">
            <a:spLocks noGrp="1"/>
          </p:cNvSpPr>
          <p:nvPr>
            <p:ph type="title" hasCustomPrompt="1"/>
          </p:nvPr>
        </p:nvSpPr>
        <p:spPr>
          <a:xfrm>
            <a:off x="714313" y="1892625"/>
            <a:ext cx="769200" cy="3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9" name="Google Shape;179;p13"/>
          <p:cNvSpPr txBox="1">
            <a:spLocks noGrp="1"/>
          </p:cNvSpPr>
          <p:nvPr>
            <p:ph type="title" idx="2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3"/>
          <p:cNvSpPr txBox="1">
            <a:spLocks noGrp="1"/>
          </p:cNvSpPr>
          <p:nvPr>
            <p:ph type="title" idx="3"/>
          </p:nvPr>
        </p:nvSpPr>
        <p:spPr>
          <a:xfrm>
            <a:off x="1532825" y="1528037"/>
            <a:ext cx="29505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81" name="Google Shape;181;p13"/>
          <p:cNvSpPr txBox="1">
            <a:spLocks noGrp="1"/>
          </p:cNvSpPr>
          <p:nvPr>
            <p:ph type="subTitle" idx="1"/>
          </p:nvPr>
        </p:nvSpPr>
        <p:spPr>
          <a:xfrm>
            <a:off x="1532825" y="1984675"/>
            <a:ext cx="2442900" cy="5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Josefin Slab SemiBold"/>
                <a:ea typeface="Josefin Slab SemiBold"/>
                <a:cs typeface="Josefin Slab SemiBold"/>
                <a:sym typeface="Josefin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title" idx="4" hasCustomPrompt="1"/>
          </p:nvPr>
        </p:nvSpPr>
        <p:spPr>
          <a:xfrm>
            <a:off x="714313" y="3310675"/>
            <a:ext cx="769200" cy="3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5"/>
          </p:nvPr>
        </p:nvSpPr>
        <p:spPr>
          <a:xfrm>
            <a:off x="1532825" y="2946087"/>
            <a:ext cx="29505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subTitle" idx="6"/>
          </p:nvPr>
        </p:nvSpPr>
        <p:spPr>
          <a:xfrm>
            <a:off x="1532825" y="3402725"/>
            <a:ext cx="2442900" cy="5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Josefin Slab SemiBold"/>
                <a:ea typeface="Josefin Slab SemiBold"/>
                <a:cs typeface="Josefin Slab SemiBold"/>
                <a:sym typeface="Josefin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7" hasCustomPrompt="1"/>
          </p:nvPr>
        </p:nvSpPr>
        <p:spPr>
          <a:xfrm>
            <a:off x="4660587" y="1892625"/>
            <a:ext cx="769200" cy="3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title" idx="8"/>
          </p:nvPr>
        </p:nvSpPr>
        <p:spPr>
          <a:xfrm>
            <a:off x="5479200" y="1528037"/>
            <a:ext cx="29505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9"/>
          </p:nvPr>
        </p:nvSpPr>
        <p:spPr>
          <a:xfrm>
            <a:off x="5479200" y="1984675"/>
            <a:ext cx="2351100" cy="5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Josefin Slab SemiBold"/>
                <a:ea typeface="Josefin Slab SemiBold"/>
                <a:cs typeface="Josefin Slab SemiBold"/>
                <a:sym typeface="Josefin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title" idx="13" hasCustomPrompt="1"/>
          </p:nvPr>
        </p:nvSpPr>
        <p:spPr>
          <a:xfrm>
            <a:off x="4660587" y="3310675"/>
            <a:ext cx="769200" cy="3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9" name="Google Shape;189;p13"/>
          <p:cNvSpPr txBox="1">
            <a:spLocks noGrp="1"/>
          </p:cNvSpPr>
          <p:nvPr>
            <p:ph type="title" idx="14"/>
          </p:nvPr>
        </p:nvSpPr>
        <p:spPr>
          <a:xfrm>
            <a:off x="5479200" y="2946087"/>
            <a:ext cx="29505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15"/>
          </p:nvPr>
        </p:nvSpPr>
        <p:spPr>
          <a:xfrm>
            <a:off x="5479200" y="3402725"/>
            <a:ext cx="2351100" cy="5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latin typeface="Josefin Slab SemiBold"/>
                <a:ea typeface="Josefin Slab SemiBold"/>
                <a:cs typeface="Josefin Slab SemiBold"/>
                <a:sym typeface="Josefin Slab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/>
          <p:nvPr/>
        </p:nvSpPr>
        <p:spPr>
          <a:xfrm>
            <a:off x="8867875" y="1223206"/>
            <a:ext cx="688428" cy="693984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3"/>
          <p:cNvSpPr/>
          <p:nvPr/>
        </p:nvSpPr>
        <p:spPr>
          <a:xfrm>
            <a:off x="3661839" y="4736150"/>
            <a:ext cx="566849" cy="591090"/>
          </a:xfrm>
          <a:custGeom>
            <a:avLst/>
            <a:gdLst/>
            <a:ahLst/>
            <a:cxnLst/>
            <a:rect l="l" t="t" r="r" b="b"/>
            <a:pathLst>
              <a:path w="43470" h="45329" extrusionOk="0">
                <a:moveTo>
                  <a:pt x="16009" y="0"/>
                </a:moveTo>
                <a:lnTo>
                  <a:pt x="14091" y="15709"/>
                </a:lnTo>
                <a:lnTo>
                  <a:pt x="1" y="23024"/>
                </a:lnTo>
                <a:lnTo>
                  <a:pt x="14390" y="29679"/>
                </a:lnTo>
                <a:lnTo>
                  <a:pt x="17028" y="45328"/>
                </a:lnTo>
                <a:lnTo>
                  <a:pt x="27821" y="33756"/>
                </a:lnTo>
                <a:lnTo>
                  <a:pt x="43469" y="36035"/>
                </a:lnTo>
                <a:lnTo>
                  <a:pt x="35795" y="22185"/>
                </a:lnTo>
                <a:lnTo>
                  <a:pt x="42810" y="8035"/>
                </a:lnTo>
                <a:lnTo>
                  <a:pt x="42810" y="8035"/>
                </a:lnTo>
                <a:lnTo>
                  <a:pt x="27281" y="11033"/>
                </a:lnTo>
                <a:lnTo>
                  <a:pt x="16009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3"/>
          <p:cNvSpPr/>
          <p:nvPr/>
        </p:nvSpPr>
        <p:spPr>
          <a:xfrm>
            <a:off x="2251585" y="-121511"/>
            <a:ext cx="336980" cy="344021"/>
          </a:xfrm>
          <a:custGeom>
            <a:avLst/>
            <a:gdLst/>
            <a:ahLst/>
            <a:cxnLst/>
            <a:rect l="l" t="t" r="r" b="b"/>
            <a:pathLst>
              <a:path w="25842" h="26382" extrusionOk="0">
                <a:moveTo>
                  <a:pt x="8274" y="1"/>
                </a:moveTo>
                <a:lnTo>
                  <a:pt x="7855" y="9234"/>
                </a:lnTo>
                <a:lnTo>
                  <a:pt x="0" y="14151"/>
                </a:lnTo>
                <a:lnTo>
                  <a:pt x="8634" y="17388"/>
                </a:lnTo>
                <a:lnTo>
                  <a:pt x="10853" y="26382"/>
                </a:lnTo>
                <a:lnTo>
                  <a:pt x="16608" y="19187"/>
                </a:lnTo>
                <a:lnTo>
                  <a:pt x="25842" y="19847"/>
                </a:lnTo>
                <a:lnTo>
                  <a:pt x="25842" y="19847"/>
                </a:lnTo>
                <a:lnTo>
                  <a:pt x="20745" y="12112"/>
                </a:lnTo>
                <a:lnTo>
                  <a:pt x="24283" y="3538"/>
                </a:lnTo>
                <a:lnTo>
                  <a:pt x="15349" y="5996"/>
                </a:lnTo>
                <a:lnTo>
                  <a:pt x="827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3"/>
          <p:cNvSpPr/>
          <p:nvPr/>
        </p:nvSpPr>
        <p:spPr>
          <a:xfrm>
            <a:off x="-76967" y="321470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3"/>
          <p:cNvSpPr/>
          <p:nvPr/>
        </p:nvSpPr>
        <p:spPr>
          <a:xfrm>
            <a:off x="795303" y="4855258"/>
            <a:ext cx="408139" cy="416732"/>
          </a:xfrm>
          <a:custGeom>
            <a:avLst/>
            <a:gdLst/>
            <a:ahLst/>
            <a:cxnLst/>
            <a:rect l="l" t="t" r="r" b="b"/>
            <a:pathLst>
              <a:path w="31299" h="31958" extrusionOk="0">
                <a:moveTo>
                  <a:pt x="10014" y="1"/>
                </a:moveTo>
                <a:lnTo>
                  <a:pt x="9474" y="11213"/>
                </a:lnTo>
                <a:lnTo>
                  <a:pt x="1" y="17148"/>
                </a:lnTo>
                <a:lnTo>
                  <a:pt x="10433" y="21106"/>
                </a:lnTo>
                <a:lnTo>
                  <a:pt x="13131" y="31958"/>
                </a:lnTo>
                <a:lnTo>
                  <a:pt x="20146" y="23204"/>
                </a:lnTo>
                <a:lnTo>
                  <a:pt x="31298" y="24044"/>
                </a:lnTo>
                <a:lnTo>
                  <a:pt x="25183" y="14630"/>
                </a:lnTo>
                <a:lnTo>
                  <a:pt x="29380" y="4258"/>
                </a:lnTo>
                <a:lnTo>
                  <a:pt x="18587" y="7256"/>
                </a:lnTo>
                <a:lnTo>
                  <a:pt x="10014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3"/>
          <p:cNvSpPr/>
          <p:nvPr/>
        </p:nvSpPr>
        <p:spPr>
          <a:xfrm>
            <a:off x="8660692" y="369596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3"/>
          <p:cNvSpPr/>
          <p:nvPr/>
        </p:nvSpPr>
        <p:spPr>
          <a:xfrm rot="2700000">
            <a:off x="-285178" y="3860242"/>
            <a:ext cx="566807" cy="591047"/>
          </a:xfrm>
          <a:custGeom>
            <a:avLst/>
            <a:gdLst/>
            <a:ahLst/>
            <a:cxnLst/>
            <a:rect l="l" t="t" r="r" b="b"/>
            <a:pathLst>
              <a:path w="43470" h="45329" extrusionOk="0">
                <a:moveTo>
                  <a:pt x="16009" y="0"/>
                </a:moveTo>
                <a:lnTo>
                  <a:pt x="14091" y="15709"/>
                </a:lnTo>
                <a:lnTo>
                  <a:pt x="1" y="23024"/>
                </a:lnTo>
                <a:lnTo>
                  <a:pt x="14390" y="29679"/>
                </a:lnTo>
                <a:lnTo>
                  <a:pt x="17028" y="45328"/>
                </a:lnTo>
                <a:lnTo>
                  <a:pt x="27821" y="33756"/>
                </a:lnTo>
                <a:lnTo>
                  <a:pt x="43469" y="36035"/>
                </a:lnTo>
                <a:lnTo>
                  <a:pt x="35795" y="22185"/>
                </a:lnTo>
                <a:lnTo>
                  <a:pt x="42810" y="8035"/>
                </a:lnTo>
                <a:lnTo>
                  <a:pt x="42810" y="8035"/>
                </a:lnTo>
                <a:lnTo>
                  <a:pt x="27281" y="11033"/>
                </a:lnTo>
                <a:lnTo>
                  <a:pt x="16009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3"/>
          <p:cNvSpPr/>
          <p:nvPr/>
        </p:nvSpPr>
        <p:spPr>
          <a:xfrm rot="-2116722">
            <a:off x="7950905" y="-114107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3"/>
          <p:cNvSpPr/>
          <p:nvPr/>
        </p:nvSpPr>
        <p:spPr>
          <a:xfrm rot="-1288748">
            <a:off x="1735536" y="99522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7170540" y="-51925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3"/>
          <p:cNvSpPr/>
          <p:nvPr/>
        </p:nvSpPr>
        <p:spPr>
          <a:xfrm>
            <a:off x="4854771" y="4328057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3"/>
          <p:cNvSpPr/>
          <p:nvPr/>
        </p:nvSpPr>
        <p:spPr>
          <a:xfrm rot="-2056866">
            <a:off x="5655678" y="4868809"/>
            <a:ext cx="207197" cy="19782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3"/>
          <p:cNvSpPr/>
          <p:nvPr/>
        </p:nvSpPr>
        <p:spPr>
          <a:xfrm rot="-1768179">
            <a:off x="267780" y="1090267"/>
            <a:ext cx="207186" cy="19781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 txBox="1">
            <a:spLocks noGrp="1"/>
          </p:cNvSpPr>
          <p:nvPr>
            <p:ph type="subTitle" idx="1"/>
          </p:nvPr>
        </p:nvSpPr>
        <p:spPr>
          <a:xfrm>
            <a:off x="714300" y="3169533"/>
            <a:ext cx="2467200" cy="8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4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title" idx="2"/>
          </p:nvPr>
        </p:nvSpPr>
        <p:spPr>
          <a:xfrm>
            <a:off x="714300" y="2680406"/>
            <a:ext cx="24672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208" name="Google Shape;208;p14"/>
          <p:cNvSpPr txBox="1">
            <a:spLocks noGrp="1"/>
          </p:cNvSpPr>
          <p:nvPr>
            <p:ph type="subTitle" idx="3"/>
          </p:nvPr>
        </p:nvSpPr>
        <p:spPr>
          <a:xfrm>
            <a:off x="3338400" y="3169533"/>
            <a:ext cx="2467200" cy="8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4"/>
          <p:cNvSpPr txBox="1">
            <a:spLocks noGrp="1"/>
          </p:cNvSpPr>
          <p:nvPr>
            <p:ph type="title" idx="4"/>
          </p:nvPr>
        </p:nvSpPr>
        <p:spPr>
          <a:xfrm>
            <a:off x="3338400" y="2680406"/>
            <a:ext cx="24672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subTitle" idx="5"/>
          </p:nvPr>
        </p:nvSpPr>
        <p:spPr>
          <a:xfrm>
            <a:off x="5962500" y="3169533"/>
            <a:ext cx="2467200" cy="8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4"/>
          <p:cNvSpPr txBox="1">
            <a:spLocks noGrp="1"/>
          </p:cNvSpPr>
          <p:nvPr>
            <p:ph type="title" idx="6"/>
          </p:nvPr>
        </p:nvSpPr>
        <p:spPr>
          <a:xfrm>
            <a:off x="5962500" y="2680406"/>
            <a:ext cx="24672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212" name="Google Shape;212;p14"/>
          <p:cNvSpPr/>
          <p:nvPr/>
        </p:nvSpPr>
        <p:spPr>
          <a:xfrm rot="-7888392" flipH="1">
            <a:off x="24815" y="4587007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EBBE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4"/>
          <p:cNvSpPr/>
          <p:nvPr/>
        </p:nvSpPr>
        <p:spPr>
          <a:xfrm rot="10800000" flipH="1">
            <a:off x="1031437" y="4619611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EBBE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4"/>
          <p:cNvSpPr/>
          <p:nvPr/>
        </p:nvSpPr>
        <p:spPr>
          <a:xfrm rot="7516722" flipH="1">
            <a:off x="8375582" y="837844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4"/>
          <p:cNvSpPr/>
          <p:nvPr/>
        </p:nvSpPr>
        <p:spPr>
          <a:xfrm rot="5400000" flipH="1">
            <a:off x="-112910" y="3617564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4"/>
          <p:cNvSpPr/>
          <p:nvPr/>
        </p:nvSpPr>
        <p:spPr>
          <a:xfrm rot="5400000" flipH="1">
            <a:off x="8375578" y="4912164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4"/>
          <p:cNvSpPr/>
          <p:nvPr/>
        </p:nvSpPr>
        <p:spPr>
          <a:xfrm rot="8311608" flipH="1">
            <a:off x="8919489" y="3818933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EBBE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4"/>
          <p:cNvSpPr/>
          <p:nvPr/>
        </p:nvSpPr>
        <p:spPr>
          <a:xfrm rot="7516722" flipH="1">
            <a:off x="8606319" y="3140094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4"/>
          <p:cNvSpPr/>
          <p:nvPr/>
        </p:nvSpPr>
        <p:spPr>
          <a:xfrm rot="8311608" flipH="1">
            <a:off x="596564" y="-285317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EBBE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4"/>
          <p:cNvSpPr/>
          <p:nvPr/>
        </p:nvSpPr>
        <p:spPr>
          <a:xfrm rot="5400000" flipH="1">
            <a:off x="6015" y="1469201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4"/>
          <p:cNvSpPr/>
          <p:nvPr/>
        </p:nvSpPr>
        <p:spPr>
          <a:xfrm rot="8311608" flipH="1">
            <a:off x="7534514" y="-285317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"/>
          <p:cNvSpPr/>
          <p:nvPr/>
        </p:nvSpPr>
        <p:spPr>
          <a:xfrm rot="5400000" flipH="1">
            <a:off x="4878728" y="4400414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4"/>
          <p:cNvSpPr/>
          <p:nvPr/>
        </p:nvSpPr>
        <p:spPr>
          <a:xfrm rot="7516722" flipH="1">
            <a:off x="3895344" y="-142368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EBBE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4"/>
          <p:cNvSpPr/>
          <p:nvPr/>
        </p:nvSpPr>
        <p:spPr>
          <a:xfrm rot="8743134">
            <a:off x="7038880" y="310598"/>
            <a:ext cx="207197" cy="19782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1"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ubTitle" idx="1"/>
          </p:nvPr>
        </p:nvSpPr>
        <p:spPr>
          <a:xfrm>
            <a:off x="714302" y="4070751"/>
            <a:ext cx="2371200" cy="5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title" idx="2"/>
          </p:nvPr>
        </p:nvSpPr>
        <p:spPr>
          <a:xfrm>
            <a:off x="714302" y="3702055"/>
            <a:ext cx="2371200" cy="3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229" name="Google Shape;229;p15"/>
          <p:cNvSpPr txBox="1">
            <a:spLocks noGrp="1"/>
          </p:cNvSpPr>
          <p:nvPr>
            <p:ph type="subTitle" idx="3"/>
          </p:nvPr>
        </p:nvSpPr>
        <p:spPr>
          <a:xfrm>
            <a:off x="3386400" y="4070751"/>
            <a:ext cx="2371200" cy="5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5"/>
          <p:cNvSpPr txBox="1">
            <a:spLocks noGrp="1"/>
          </p:cNvSpPr>
          <p:nvPr>
            <p:ph type="title" idx="4"/>
          </p:nvPr>
        </p:nvSpPr>
        <p:spPr>
          <a:xfrm>
            <a:off x="3386400" y="3702055"/>
            <a:ext cx="2371200" cy="3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subTitle" idx="5"/>
          </p:nvPr>
        </p:nvSpPr>
        <p:spPr>
          <a:xfrm>
            <a:off x="6058498" y="4070751"/>
            <a:ext cx="2371200" cy="5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15"/>
          <p:cNvSpPr txBox="1">
            <a:spLocks noGrp="1"/>
          </p:cNvSpPr>
          <p:nvPr>
            <p:ph type="title" idx="6"/>
          </p:nvPr>
        </p:nvSpPr>
        <p:spPr>
          <a:xfrm>
            <a:off x="6058498" y="3702055"/>
            <a:ext cx="2371200" cy="3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233" name="Google Shape;233;p15"/>
          <p:cNvSpPr txBox="1">
            <a:spLocks noGrp="1"/>
          </p:cNvSpPr>
          <p:nvPr>
            <p:ph type="subTitle" idx="7"/>
          </p:nvPr>
        </p:nvSpPr>
        <p:spPr>
          <a:xfrm>
            <a:off x="714302" y="2277076"/>
            <a:ext cx="2371200" cy="5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5"/>
          <p:cNvSpPr txBox="1">
            <a:spLocks noGrp="1"/>
          </p:cNvSpPr>
          <p:nvPr>
            <p:ph type="title" idx="8"/>
          </p:nvPr>
        </p:nvSpPr>
        <p:spPr>
          <a:xfrm>
            <a:off x="714302" y="1908380"/>
            <a:ext cx="2371200" cy="3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235" name="Google Shape;235;p15"/>
          <p:cNvSpPr txBox="1">
            <a:spLocks noGrp="1"/>
          </p:cNvSpPr>
          <p:nvPr>
            <p:ph type="subTitle" idx="9"/>
          </p:nvPr>
        </p:nvSpPr>
        <p:spPr>
          <a:xfrm>
            <a:off x="3386400" y="2277076"/>
            <a:ext cx="2371200" cy="5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5"/>
          <p:cNvSpPr txBox="1">
            <a:spLocks noGrp="1"/>
          </p:cNvSpPr>
          <p:nvPr>
            <p:ph type="title" idx="13"/>
          </p:nvPr>
        </p:nvSpPr>
        <p:spPr>
          <a:xfrm>
            <a:off x="3386400" y="1908380"/>
            <a:ext cx="2371200" cy="3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237" name="Google Shape;237;p15"/>
          <p:cNvSpPr txBox="1">
            <a:spLocks noGrp="1"/>
          </p:cNvSpPr>
          <p:nvPr>
            <p:ph type="subTitle" idx="14"/>
          </p:nvPr>
        </p:nvSpPr>
        <p:spPr>
          <a:xfrm>
            <a:off x="6058498" y="2277076"/>
            <a:ext cx="2371200" cy="5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15"/>
          <p:cNvSpPr txBox="1">
            <a:spLocks noGrp="1"/>
          </p:cNvSpPr>
          <p:nvPr>
            <p:ph type="title" idx="15"/>
          </p:nvPr>
        </p:nvSpPr>
        <p:spPr>
          <a:xfrm>
            <a:off x="6058498" y="1908380"/>
            <a:ext cx="2371200" cy="3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239" name="Google Shape;239;p15"/>
          <p:cNvSpPr/>
          <p:nvPr/>
        </p:nvSpPr>
        <p:spPr>
          <a:xfrm rot="-8311608">
            <a:off x="1552320" y="-351504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5"/>
          <p:cNvSpPr/>
          <p:nvPr/>
        </p:nvSpPr>
        <p:spPr>
          <a:xfrm rot="-5400000">
            <a:off x="3261280" y="79955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rgbClr val="EBBE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5"/>
          <p:cNvSpPr/>
          <p:nvPr/>
        </p:nvSpPr>
        <p:spPr>
          <a:xfrm rot="-8311608">
            <a:off x="8708083" y="1039621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5"/>
          <p:cNvSpPr/>
          <p:nvPr/>
        </p:nvSpPr>
        <p:spPr>
          <a:xfrm rot="-5400000">
            <a:off x="8790661" y="3166693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5"/>
          <p:cNvSpPr/>
          <p:nvPr/>
        </p:nvSpPr>
        <p:spPr>
          <a:xfrm rot="-7516722">
            <a:off x="7646210" y="-208543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5"/>
          <p:cNvSpPr/>
          <p:nvPr/>
        </p:nvSpPr>
        <p:spPr>
          <a:xfrm rot="-5400000">
            <a:off x="3962580" y="4831043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5"/>
          <p:cNvSpPr/>
          <p:nvPr/>
        </p:nvSpPr>
        <p:spPr>
          <a:xfrm rot="-7516722">
            <a:off x="1701910" y="4907282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EBBE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5"/>
          <p:cNvSpPr/>
          <p:nvPr/>
        </p:nvSpPr>
        <p:spPr>
          <a:xfrm rot="-7516722">
            <a:off x="100485" y="759332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5"/>
          <p:cNvSpPr/>
          <p:nvPr/>
        </p:nvSpPr>
        <p:spPr>
          <a:xfrm rot="-8311608">
            <a:off x="-418492" y="3845396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EBBE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5"/>
          <p:cNvSpPr/>
          <p:nvPr/>
        </p:nvSpPr>
        <p:spPr>
          <a:xfrm rot="-7516722">
            <a:off x="-130253" y="3061582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5"/>
          <p:cNvSpPr/>
          <p:nvPr/>
        </p:nvSpPr>
        <p:spPr>
          <a:xfrm rot="-5400000">
            <a:off x="96855" y="2593530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rgbClr val="EBBE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5"/>
          <p:cNvSpPr/>
          <p:nvPr/>
        </p:nvSpPr>
        <p:spPr>
          <a:xfrm rot="-2911608">
            <a:off x="8268845" y="4640352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5_1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"/>
          <p:cNvSpPr txBox="1">
            <a:spLocks noGrp="1"/>
          </p:cNvSpPr>
          <p:nvPr>
            <p:ph type="title" hasCustomPrompt="1"/>
          </p:nvPr>
        </p:nvSpPr>
        <p:spPr>
          <a:xfrm>
            <a:off x="866700" y="3165223"/>
            <a:ext cx="23712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253" name="Google Shape;253;p16"/>
          <p:cNvSpPr txBox="1">
            <a:spLocks noGrp="1"/>
          </p:cNvSpPr>
          <p:nvPr>
            <p:ph type="subTitle" idx="1"/>
          </p:nvPr>
        </p:nvSpPr>
        <p:spPr>
          <a:xfrm>
            <a:off x="866700" y="3652719"/>
            <a:ext cx="2371200" cy="5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16"/>
          <p:cNvSpPr txBox="1">
            <a:spLocks noGrp="1"/>
          </p:cNvSpPr>
          <p:nvPr>
            <p:ph type="title" idx="2" hasCustomPrompt="1"/>
          </p:nvPr>
        </p:nvSpPr>
        <p:spPr>
          <a:xfrm>
            <a:off x="3392600" y="1643219"/>
            <a:ext cx="23712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255" name="Google Shape;255;p16"/>
          <p:cNvSpPr txBox="1">
            <a:spLocks noGrp="1"/>
          </p:cNvSpPr>
          <p:nvPr>
            <p:ph type="subTitle" idx="3"/>
          </p:nvPr>
        </p:nvSpPr>
        <p:spPr>
          <a:xfrm>
            <a:off x="3392600" y="2130715"/>
            <a:ext cx="2371200" cy="5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16"/>
          <p:cNvSpPr txBox="1">
            <a:spLocks noGrp="1"/>
          </p:cNvSpPr>
          <p:nvPr>
            <p:ph type="title" idx="4" hasCustomPrompt="1"/>
          </p:nvPr>
        </p:nvSpPr>
        <p:spPr>
          <a:xfrm>
            <a:off x="5918500" y="3165223"/>
            <a:ext cx="23712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257" name="Google Shape;257;p16"/>
          <p:cNvSpPr txBox="1">
            <a:spLocks noGrp="1"/>
          </p:cNvSpPr>
          <p:nvPr>
            <p:ph type="subTitle" idx="5"/>
          </p:nvPr>
        </p:nvSpPr>
        <p:spPr>
          <a:xfrm>
            <a:off x="5918500" y="3652719"/>
            <a:ext cx="2371200" cy="5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16"/>
          <p:cNvSpPr txBox="1">
            <a:spLocks noGrp="1"/>
          </p:cNvSpPr>
          <p:nvPr>
            <p:ph type="title" idx="6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16"/>
          <p:cNvSpPr/>
          <p:nvPr/>
        </p:nvSpPr>
        <p:spPr>
          <a:xfrm rot="-2911608">
            <a:off x="8712895" y="2224764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6"/>
          <p:cNvSpPr/>
          <p:nvPr/>
        </p:nvSpPr>
        <p:spPr>
          <a:xfrm>
            <a:off x="6939742" y="326783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6"/>
          <p:cNvSpPr/>
          <p:nvPr/>
        </p:nvSpPr>
        <p:spPr>
          <a:xfrm rot="-2056866">
            <a:off x="8728916" y="565759"/>
            <a:ext cx="207197" cy="19782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6"/>
          <p:cNvSpPr/>
          <p:nvPr/>
        </p:nvSpPr>
        <p:spPr>
          <a:xfrm>
            <a:off x="5560515" y="4502025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6"/>
          <p:cNvSpPr/>
          <p:nvPr/>
        </p:nvSpPr>
        <p:spPr>
          <a:xfrm rot="-750581">
            <a:off x="1010435" y="-310085"/>
            <a:ext cx="688377" cy="69393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6"/>
          <p:cNvSpPr/>
          <p:nvPr/>
        </p:nvSpPr>
        <p:spPr>
          <a:xfrm rot="-2911608">
            <a:off x="1863920" y="4642739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6"/>
          <p:cNvSpPr/>
          <p:nvPr/>
        </p:nvSpPr>
        <p:spPr>
          <a:xfrm>
            <a:off x="8091705" y="4400430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6"/>
          <p:cNvSpPr/>
          <p:nvPr/>
        </p:nvSpPr>
        <p:spPr>
          <a:xfrm rot="-2056866">
            <a:off x="8728916" y="4113784"/>
            <a:ext cx="207197" cy="19782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6"/>
          <p:cNvSpPr/>
          <p:nvPr/>
        </p:nvSpPr>
        <p:spPr>
          <a:xfrm>
            <a:off x="714292" y="4808508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6"/>
          <p:cNvSpPr/>
          <p:nvPr/>
        </p:nvSpPr>
        <p:spPr>
          <a:xfrm rot="199502">
            <a:off x="5436308" y="-310098"/>
            <a:ext cx="688360" cy="693916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6"/>
          <p:cNvSpPr/>
          <p:nvPr/>
        </p:nvSpPr>
        <p:spPr>
          <a:xfrm rot="-2911608">
            <a:off x="-201955" y="3397489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6"/>
          <p:cNvSpPr/>
          <p:nvPr/>
        </p:nvSpPr>
        <p:spPr>
          <a:xfrm rot="-2116722">
            <a:off x="465980" y="2818730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6"/>
          <p:cNvSpPr/>
          <p:nvPr/>
        </p:nvSpPr>
        <p:spPr>
          <a:xfrm rot="-321800">
            <a:off x="-55739" y="780773"/>
            <a:ext cx="396030" cy="408083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6"/>
          <p:cNvSpPr/>
          <p:nvPr/>
        </p:nvSpPr>
        <p:spPr>
          <a:xfrm>
            <a:off x="190042" y="2403496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3_1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7"/>
          <p:cNvSpPr txBox="1">
            <a:spLocks noGrp="1"/>
          </p:cNvSpPr>
          <p:nvPr>
            <p:ph type="subTitle" idx="1"/>
          </p:nvPr>
        </p:nvSpPr>
        <p:spPr>
          <a:xfrm>
            <a:off x="5601588" y="2634315"/>
            <a:ext cx="2428200" cy="9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17"/>
          <p:cNvSpPr txBox="1">
            <a:spLocks noGrp="1"/>
          </p:cNvSpPr>
          <p:nvPr>
            <p:ph type="title"/>
          </p:nvPr>
        </p:nvSpPr>
        <p:spPr>
          <a:xfrm>
            <a:off x="5601588" y="1583385"/>
            <a:ext cx="2428200" cy="9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17"/>
          <p:cNvSpPr/>
          <p:nvPr/>
        </p:nvSpPr>
        <p:spPr>
          <a:xfrm>
            <a:off x="-76967" y="321470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7"/>
          <p:cNvSpPr/>
          <p:nvPr/>
        </p:nvSpPr>
        <p:spPr>
          <a:xfrm rot="8743134">
            <a:off x="1052912" y="225753"/>
            <a:ext cx="207197" cy="19782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7"/>
          <p:cNvSpPr/>
          <p:nvPr/>
        </p:nvSpPr>
        <p:spPr>
          <a:xfrm rot="8683278">
            <a:off x="168543" y="4264049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7"/>
          <p:cNvSpPr/>
          <p:nvPr/>
        </p:nvSpPr>
        <p:spPr>
          <a:xfrm rot="10800000">
            <a:off x="1297829" y="4749012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7"/>
          <p:cNvSpPr/>
          <p:nvPr/>
        </p:nvSpPr>
        <p:spPr>
          <a:xfrm rot="9991729">
            <a:off x="3947814" y="345576"/>
            <a:ext cx="396018" cy="408070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7"/>
          <p:cNvSpPr/>
          <p:nvPr/>
        </p:nvSpPr>
        <p:spPr>
          <a:xfrm rot="-1288748">
            <a:off x="3008273" y="4752522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7"/>
          <p:cNvSpPr/>
          <p:nvPr/>
        </p:nvSpPr>
        <p:spPr>
          <a:xfrm rot="10176130">
            <a:off x="451025" y="4686496"/>
            <a:ext cx="688357" cy="69391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7"/>
          <p:cNvSpPr/>
          <p:nvPr/>
        </p:nvSpPr>
        <p:spPr>
          <a:xfrm rot="1675549">
            <a:off x="8919559" y="523641"/>
            <a:ext cx="337007" cy="344050"/>
          </a:xfrm>
          <a:custGeom>
            <a:avLst/>
            <a:gdLst/>
            <a:ahLst/>
            <a:cxnLst/>
            <a:rect l="l" t="t" r="r" b="b"/>
            <a:pathLst>
              <a:path w="25842" h="26382" extrusionOk="0">
                <a:moveTo>
                  <a:pt x="8274" y="1"/>
                </a:moveTo>
                <a:lnTo>
                  <a:pt x="7855" y="9234"/>
                </a:lnTo>
                <a:lnTo>
                  <a:pt x="0" y="14151"/>
                </a:lnTo>
                <a:lnTo>
                  <a:pt x="8634" y="17388"/>
                </a:lnTo>
                <a:lnTo>
                  <a:pt x="10853" y="26382"/>
                </a:lnTo>
                <a:lnTo>
                  <a:pt x="16608" y="19187"/>
                </a:lnTo>
                <a:lnTo>
                  <a:pt x="25842" y="19847"/>
                </a:lnTo>
                <a:lnTo>
                  <a:pt x="25842" y="19847"/>
                </a:lnTo>
                <a:lnTo>
                  <a:pt x="20745" y="12112"/>
                </a:lnTo>
                <a:lnTo>
                  <a:pt x="24283" y="3538"/>
                </a:lnTo>
                <a:lnTo>
                  <a:pt x="15349" y="5996"/>
                </a:lnTo>
                <a:lnTo>
                  <a:pt x="827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7"/>
          <p:cNvSpPr/>
          <p:nvPr/>
        </p:nvSpPr>
        <p:spPr>
          <a:xfrm rot="-8866807">
            <a:off x="8323627" y="-296464"/>
            <a:ext cx="688375" cy="693930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367AC0">
              <a:alpha val="330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7"/>
          <p:cNvSpPr/>
          <p:nvPr/>
        </p:nvSpPr>
        <p:spPr>
          <a:xfrm rot="7411364">
            <a:off x="8723930" y="4187153"/>
            <a:ext cx="688398" cy="693954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7"/>
          <p:cNvSpPr/>
          <p:nvPr/>
        </p:nvSpPr>
        <p:spPr>
          <a:xfrm rot="-1288748">
            <a:off x="7572236" y="4583597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7"/>
          <p:cNvSpPr/>
          <p:nvPr/>
        </p:nvSpPr>
        <p:spPr>
          <a:xfrm>
            <a:off x="8280721" y="4055551"/>
            <a:ext cx="297955" cy="311845"/>
          </a:xfrm>
          <a:custGeom>
            <a:avLst/>
            <a:gdLst/>
            <a:ahLst/>
            <a:cxnLst/>
            <a:rect l="l" t="t" r="r" b="b"/>
            <a:pathLst>
              <a:path w="19307" h="20207" extrusionOk="0">
                <a:moveTo>
                  <a:pt x="11812" y="1"/>
                </a:moveTo>
                <a:lnTo>
                  <a:pt x="7015" y="5097"/>
                </a:lnTo>
                <a:lnTo>
                  <a:pt x="0" y="4018"/>
                </a:lnTo>
                <a:lnTo>
                  <a:pt x="3418" y="10194"/>
                </a:lnTo>
                <a:lnTo>
                  <a:pt x="180" y="16489"/>
                </a:lnTo>
                <a:lnTo>
                  <a:pt x="180" y="16489"/>
                </a:lnTo>
                <a:lnTo>
                  <a:pt x="7135" y="15230"/>
                </a:lnTo>
                <a:lnTo>
                  <a:pt x="12111" y="20206"/>
                </a:lnTo>
                <a:lnTo>
                  <a:pt x="13011" y="13191"/>
                </a:lnTo>
                <a:lnTo>
                  <a:pt x="19306" y="9954"/>
                </a:lnTo>
                <a:lnTo>
                  <a:pt x="12951" y="6956"/>
                </a:lnTo>
                <a:lnTo>
                  <a:pt x="1181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7"/>
          <p:cNvSpPr/>
          <p:nvPr/>
        </p:nvSpPr>
        <p:spPr>
          <a:xfrm rot="10800000">
            <a:off x="1894196" y="-296494"/>
            <a:ext cx="688428" cy="693984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7"/>
          <p:cNvSpPr/>
          <p:nvPr/>
        </p:nvSpPr>
        <p:spPr>
          <a:xfrm rot="-8866807">
            <a:off x="-223148" y="1136474"/>
            <a:ext cx="688375" cy="693930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7"/>
          <p:cNvSpPr/>
          <p:nvPr/>
        </p:nvSpPr>
        <p:spPr>
          <a:xfrm>
            <a:off x="6861396" y="369589"/>
            <a:ext cx="297955" cy="311845"/>
          </a:xfrm>
          <a:custGeom>
            <a:avLst/>
            <a:gdLst/>
            <a:ahLst/>
            <a:cxnLst/>
            <a:rect l="l" t="t" r="r" b="b"/>
            <a:pathLst>
              <a:path w="19307" h="20207" extrusionOk="0">
                <a:moveTo>
                  <a:pt x="11812" y="1"/>
                </a:moveTo>
                <a:lnTo>
                  <a:pt x="7015" y="5097"/>
                </a:lnTo>
                <a:lnTo>
                  <a:pt x="0" y="4018"/>
                </a:lnTo>
                <a:lnTo>
                  <a:pt x="3418" y="10194"/>
                </a:lnTo>
                <a:lnTo>
                  <a:pt x="180" y="16489"/>
                </a:lnTo>
                <a:lnTo>
                  <a:pt x="180" y="16489"/>
                </a:lnTo>
                <a:lnTo>
                  <a:pt x="7135" y="15230"/>
                </a:lnTo>
                <a:lnTo>
                  <a:pt x="12111" y="20206"/>
                </a:lnTo>
                <a:lnTo>
                  <a:pt x="13011" y="13191"/>
                </a:lnTo>
                <a:lnTo>
                  <a:pt x="19306" y="9954"/>
                </a:lnTo>
                <a:lnTo>
                  <a:pt x="12951" y="6956"/>
                </a:lnTo>
                <a:lnTo>
                  <a:pt x="1181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3_1_1_1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"/>
          <p:cNvSpPr txBox="1">
            <a:spLocks noGrp="1"/>
          </p:cNvSpPr>
          <p:nvPr>
            <p:ph type="subTitle" idx="1"/>
          </p:nvPr>
        </p:nvSpPr>
        <p:spPr>
          <a:xfrm>
            <a:off x="714300" y="1105925"/>
            <a:ext cx="3857700" cy="3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FA0"/>
              </a:buClr>
              <a:buSzPts val="1400"/>
              <a:buFont typeface="Arial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FA0"/>
              </a:buClr>
              <a:buSzPts val="1400"/>
              <a:buFont typeface="Arial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FA0"/>
              </a:buClr>
              <a:buSzPts val="1400"/>
              <a:buFont typeface="Arial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FA0"/>
              </a:buClr>
              <a:buSzPts val="1400"/>
              <a:buFont typeface="Arial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FA0"/>
              </a:buClr>
              <a:buSzPts val="1400"/>
              <a:buFont typeface="Arial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FA0"/>
              </a:buClr>
              <a:buSzPts val="1400"/>
              <a:buFont typeface="Arial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FA0"/>
              </a:buClr>
              <a:buSzPts val="1400"/>
              <a:buFont typeface="Arial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FA0"/>
              </a:buClr>
              <a:buSzPts val="1400"/>
              <a:buFont typeface="Arial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FA0"/>
              </a:buClr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18"/>
          <p:cNvSpPr/>
          <p:nvPr/>
        </p:nvSpPr>
        <p:spPr>
          <a:xfrm>
            <a:off x="501896" y="-105424"/>
            <a:ext cx="297955" cy="311845"/>
          </a:xfrm>
          <a:custGeom>
            <a:avLst/>
            <a:gdLst/>
            <a:ahLst/>
            <a:cxnLst/>
            <a:rect l="l" t="t" r="r" b="b"/>
            <a:pathLst>
              <a:path w="19307" h="20207" extrusionOk="0">
                <a:moveTo>
                  <a:pt x="11812" y="1"/>
                </a:moveTo>
                <a:lnTo>
                  <a:pt x="7015" y="5097"/>
                </a:lnTo>
                <a:lnTo>
                  <a:pt x="0" y="4018"/>
                </a:lnTo>
                <a:lnTo>
                  <a:pt x="3418" y="10194"/>
                </a:lnTo>
                <a:lnTo>
                  <a:pt x="180" y="16489"/>
                </a:lnTo>
                <a:lnTo>
                  <a:pt x="180" y="16489"/>
                </a:lnTo>
                <a:lnTo>
                  <a:pt x="7135" y="15230"/>
                </a:lnTo>
                <a:lnTo>
                  <a:pt x="12111" y="20206"/>
                </a:lnTo>
                <a:lnTo>
                  <a:pt x="13011" y="13191"/>
                </a:lnTo>
                <a:lnTo>
                  <a:pt x="19306" y="9954"/>
                </a:lnTo>
                <a:lnTo>
                  <a:pt x="12951" y="6956"/>
                </a:lnTo>
                <a:lnTo>
                  <a:pt x="1181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8"/>
          <p:cNvSpPr/>
          <p:nvPr/>
        </p:nvSpPr>
        <p:spPr>
          <a:xfrm>
            <a:off x="-76967" y="321470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8"/>
          <p:cNvSpPr/>
          <p:nvPr/>
        </p:nvSpPr>
        <p:spPr>
          <a:xfrm rot="8743134">
            <a:off x="1052912" y="225753"/>
            <a:ext cx="207197" cy="19782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8"/>
          <p:cNvSpPr/>
          <p:nvPr/>
        </p:nvSpPr>
        <p:spPr>
          <a:xfrm rot="-8866807">
            <a:off x="-223148" y="1136474"/>
            <a:ext cx="688375" cy="693930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8"/>
          <p:cNvSpPr/>
          <p:nvPr/>
        </p:nvSpPr>
        <p:spPr>
          <a:xfrm rot="10176130">
            <a:off x="451025" y="4686496"/>
            <a:ext cx="688357" cy="69391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8"/>
          <p:cNvSpPr/>
          <p:nvPr/>
        </p:nvSpPr>
        <p:spPr>
          <a:xfrm rot="10176130">
            <a:off x="8597650" y="719646"/>
            <a:ext cx="688357" cy="69391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8"/>
          <p:cNvSpPr/>
          <p:nvPr/>
        </p:nvSpPr>
        <p:spPr>
          <a:xfrm rot="-7152636">
            <a:off x="5336788" y="-296382"/>
            <a:ext cx="688302" cy="693856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8"/>
          <p:cNvSpPr/>
          <p:nvPr/>
        </p:nvSpPr>
        <p:spPr>
          <a:xfrm rot="-1288748">
            <a:off x="6529436" y="450684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8"/>
          <p:cNvSpPr/>
          <p:nvPr/>
        </p:nvSpPr>
        <p:spPr>
          <a:xfrm>
            <a:off x="4423021" y="168739"/>
            <a:ext cx="297955" cy="311845"/>
          </a:xfrm>
          <a:custGeom>
            <a:avLst/>
            <a:gdLst/>
            <a:ahLst/>
            <a:cxnLst/>
            <a:rect l="l" t="t" r="r" b="b"/>
            <a:pathLst>
              <a:path w="19307" h="20207" extrusionOk="0">
                <a:moveTo>
                  <a:pt x="11812" y="1"/>
                </a:moveTo>
                <a:lnTo>
                  <a:pt x="7015" y="5097"/>
                </a:lnTo>
                <a:lnTo>
                  <a:pt x="0" y="4018"/>
                </a:lnTo>
                <a:lnTo>
                  <a:pt x="3418" y="10194"/>
                </a:lnTo>
                <a:lnTo>
                  <a:pt x="180" y="16489"/>
                </a:lnTo>
                <a:lnTo>
                  <a:pt x="180" y="16489"/>
                </a:lnTo>
                <a:lnTo>
                  <a:pt x="7135" y="15230"/>
                </a:lnTo>
                <a:lnTo>
                  <a:pt x="12111" y="20206"/>
                </a:lnTo>
                <a:lnTo>
                  <a:pt x="13011" y="13191"/>
                </a:lnTo>
                <a:lnTo>
                  <a:pt x="19306" y="9954"/>
                </a:lnTo>
                <a:lnTo>
                  <a:pt x="12951" y="6956"/>
                </a:lnTo>
                <a:lnTo>
                  <a:pt x="1181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8"/>
          <p:cNvSpPr/>
          <p:nvPr/>
        </p:nvSpPr>
        <p:spPr>
          <a:xfrm rot="8743134">
            <a:off x="7938312" y="225753"/>
            <a:ext cx="207197" cy="19782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8"/>
          <p:cNvSpPr/>
          <p:nvPr/>
        </p:nvSpPr>
        <p:spPr>
          <a:xfrm rot="10800000">
            <a:off x="8429696" y="4686456"/>
            <a:ext cx="688428" cy="693984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8"/>
          <p:cNvSpPr/>
          <p:nvPr/>
        </p:nvSpPr>
        <p:spPr>
          <a:xfrm rot="1675549">
            <a:off x="-47466" y="3387641"/>
            <a:ext cx="337007" cy="344050"/>
          </a:xfrm>
          <a:custGeom>
            <a:avLst/>
            <a:gdLst/>
            <a:ahLst/>
            <a:cxnLst/>
            <a:rect l="l" t="t" r="r" b="b"/>
            <a:pathLst>
              <a:path w="25842" h="26382" extrusionOk="0">
                <a:moveTo>
                  <a:pt x="8274" y="1"/>
                </a:moveTo>
                <a:lnTo>
                  <a:pt x="7855" y="9234"/>
                </a:lnTo>
                <a:lnTo>
                  <a:pt x="0" y="14151"/>
                </a:lnTo>
                <a:lnTo>
                  <a:pt x="8634" y="17388"/>
                </a:lnTo>
                <a:lnTo>
                  <a:pt x="10853" y="26382"/>
                </a:lnTo>
                <a:lnTo>
                  <a:pt x="16608" y="19187"/>
                </a:lnTo>
                <a:lnTo>
                  <a:pt x="25842" y="19847"/>
                </a:lnTo>
                <a:lnTo>
                  <a:pt x="25842" y="19847"/>
                </a:lnTo>
                <a:lnTo>
                  <a:pt x="20745" y="12112"/>
                </a:lnTo>
                <a:lnTo>
                  <a:pt x="24283" y="3538"/>
                </a:lnTo>
                <a:lnTo>
                  <a:pt x="15349" y="5996"/>
                </a:lnTo>
                <a:lnTo>
                  <a:pt x="8274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8"/>
          <p:cNvSpPr/>
          <p:nvPr/>
        </p:nvSpPr>
        <p:spPr>
          <a:xfrm rot="-1288748">
            <a:off x="8790511" y="3099847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8"/>
          <p:cNvSpPr/>
          <p:nvPr/>
        </p:nvSpPr>
        <p:spPr>
          <a:xfrm>
            <a:off x="8236721" y="3641289"/>
            <a:ext cx="297955" cy="311845"/>
          </a:xfrm>
          <a:custGeom>
            <a:avLst/>
            <a:gdLst/>
            <a:ahLst/>
            <a:cxnLst/>
            <a:rect l="l" t="t" r="r" b="b"/>
            <a:pathLst>
              <a:path w="19307" h="20207" extrusionOk="0">
                <a:moveTo>
                  <a:pt x="11812" y="1"/>
                </a:moveTo>
                <a:lnTo>
                  <a:pt x="7015" y="5097"/>
                </a:lnTo>
                <a:lnTo>
                  <a:pt x="0" y="4018"/>
                </a:lnTo>
                <a:lnTo>
                  <a:pt x="3418" y="10194"/>
                </a:lnTo>
                <a:lnTo>
                  <a:pt x="180" y="16489"/>
                </a:lnTo>
                <a:lnTo>
                  <a:pt x="180" y="16489"/>
                </a:lnTo>
                <a:lnTo>
                  <a:pt x="7135" y="15230"/>
                </a:lnTo>
                <a:lnTo>
                  <a:pt x="12111" y="20206"/>
                </a:lnTo>
                <a:lnTo>
                  <a:pt x="13011" y="13191"/>
                </a:lnTo>
                <a:lnTo>
                  <a:pt x="19306" y="9954"/>
                </a:lnTo>
                <a:lnTo>
                  <a:pt x="12951" y="6956"/>
                </a:lnTo>
                <a:lnTo>
                  <a:pt x="11812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8"/>
          <p:cNvSpPr/>
          <p:nvPr/>
        </p:nvSpPr>
        <p:spPr>
          <a:xfrm rot="10800000">
            <a:off x="1297829" y="4749012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_1_1_1_1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9"/>
          <p:cNvSpPr txBox="1">
            <a:spLocks noGrp="1"/>
          </p:cNvSpPr>
          <p:nvPr>
            <p:ph type="subTitle" idx="1"/>
          </p:nvPr>
        </p:nvSpPr>
        <p:spPr>
          <a:xfrm>
            <a:off x="714300" y="1105925"/>
            <a:ext cx="7715400" cy="3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311" name="Google Shape;311;p19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19"/>
          <p:cNvSpPr/>
          <p:nvPr/>
        </p:nvSpPr>
        <p:spPr>
          <a:xfrm flipH="1">
            <a:off x="8101827" y="4258645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A6D1FE">
              <a:alpha val="63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9"/>
          <p:cNvSpPr/>
          <p:nvPr/>
        </p:nvSpPr>
        <p:spPr>
          <a:xfrm rot="2911608" flipH="1">
            <a:off x="8711048" y="2634639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9"/>
          <p:cNvSpPr/>
          <p:nvPr/>
        </p:nvSpPr>
        <p:spPr>
          <a:xfrm rot="2116722" flipH="1">
            <a:off x="8357908" y="1653080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A6D1FE">
              <a:alpha val="63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9"/>
          <p:cNvSpPr/>
          <p:nvPr/>
        </p:nvSpPr>
        <p:spPr>
          <a:xfrm rot="1288748" flipH="1">
            <a:off x="8684476" y="966909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9"/>
          <p:cNvSpPr/>
          <p:nvPr/>
        </p:nvSpPr>
        <p:spPr>
          <a:xfrm rot="1288748" flipH="1">
            <a:off x="2617126" y="92034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9"/>
          <p:cNvSpPr/>
          <p:nvPr/>
        </p:nvSpPr>
        <p:spPr>
          <a:xfrm rot="-1031241" flipH="1">
            <a:off x="1337089" y="4308843"/>
            <a:ext cx="688389" cy="693945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9"/>
          <p:cNvSpPr/>
          <p:nvPr/>
        </p:nvSpPr>
        <p:spPr>
          <a:xfrm rot="-1031241" flipH="1">
            <a:off x="-333936" y="1662418"/>
            <a:ext cx="688389" cy="693945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9"/>
          <p:cNvSpPr/>
          <p:nvPr/>
        </p:nvSpPr>
        <p:spPr>
          <a:xfrm rot="1288748" flipH="1">
            <a:off x="2730751" y="4697784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9"/>
          <p:cNvSpPr/>
          <p:nvPr/>
        </p:nvSpPr>
        <p:spPr>
          <a:xfrm rot="1288748" flipH="1">
            <a:off x="6502951" y="201784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9"/>
          <p:cNvSpPr/>
          <p:nvPr/>
        </p:nvSpPr>
        <p:spPr>
          <a:xfrm rot="2911608" flipH="1">
            <a:off x="7892998" y="-279211"/>
            <a:ext cx="688396" cy="693952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9"/>
          <p:cNvSpPr/>
          <p:nvPr/>
        </p:nvSpPr>
        <p:spPr>
          <a:xfrm rot="2116722" flipH="1">
            <a:off x="81483" y="4258655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9"/>
          <p:cNvSpPr/>
          <p:nvPr/>
        </p:nvSpPr>
        <p:spPr>
          <a:xfrm rot="1288748" flipH="1">
            <a:off x="252326" y="1226859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9"/>
          <p:cNvSpPr/>
          <p:nvPr/>
        </p:nvSpPr>
        <p:spPr>
          <a:xfrm flipH="1">
            <a:off x="5761227" y="345557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A6D1FE">
              <a:alpha val="633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"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 txBox="1">
            <a:spLocks noGrp="1"/>
          </p:cNvSpPr>
          <p:nvPr>
            <p:ph type="subTitle" idx="1"/>
          </p:nvPr>
        </p:nvSpPr>
        <p:spPr>
          <a:xfrm>
            <a:off x="714300" y="1412325"/>
            <a:ext cx="3954000" cy="12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20"/>
          <p:cNvSpPr txBox="1">
            <a:spLocks noGrp="1"/>
          </p:cNvSpPr>
          <p:nvPr>
            <p:ph type="title"/>
          </p:nvPr>
        </p:nvSpPr>
        <p:spPr>
          <a:xfrm>
            <a:off x="714300" y="474875"/>
            <a:ext cx="3954000" cy="7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20"/>
          <p:cNvSpPr txBox="1"/>
          <p:nvPr/>
        </p:nvSpPr>
        <p:spPr>
          <a:xfrm>
            <a:off x="714300" y="3910550"/>
            <a:ext cx="38577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osefin Slab Medium"/>
                <a:ea typeface="Josefin Slab Medium"/>
                <a:cs typeface="Josefin Slab Medium"/>
                <a:sym typeface="Josefin Slab Medium"/>
              </a:rPr>
              <a:t>CREDITS: This presentation template was created by</a:t>
            </a:r>
            <a:r>
              <a:rPr lang="en" b="1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rPr>
              <a:t> </a:t>
            </a:r>
            <a:r>
              <a:rPr lang="en" b="1">
                <a:solidFill>
                  <a:schemeClr val="dk1"/>
                </a:solidFill>
                <a:uFill>
                  <a:noFill/>
                </a:uFill>
                <a:latin typeface="Josefin Slab"/>
                <a:ea typeface="Josefin Slab"/>
                <a:cs typeface="Josefin Slab"/>
                <a:sym typeface="Josefin Slab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dk1"/>
                </a:solidFill>
                <a:latin typeface="Josefin Slab Medium"/>
                <a:ea typeface="Josefin Slab Medium"/>
                <a:cs typeface="Josefin Slab Medium"/>
                <a:sym typeface="Josefin Slab Medium"/>
              </a:rPr>
              <a:t>, including icons by </a:t>
            </a:r>
            <a:r>
              <a:rPr lang="en" b="1">
                <a:solidFill>
                  <a:schemeClr val="dk1"/>
                </a:solidFill>
                <a:uFill>
                  <a:noFill/>
                </a:uFill>
                <a:latin typeface="Josefin Slab"/>
                <a:ea typeface="Josefin Slab"/>
                <a:cs typeface="Josefin Slab"/>
                <a:sym typeface="Josefin Slab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>
                <a:solidFill>
                  <a:schemeClr val="dk1"/>
                </a:solidFill>
                <a:latin typeface="Josefin Slab Medium"/>
                <a:ea typeface="Josefin Slab Medium"/>
                <a:cs typeface="Josefin Slab Medium"/>
                <a:sym typeface="Josefin Slab Medium"/>
              </a:rPr>
              <a:t> and infographics &amp; images by </a:t>
            </a:r>
            <a:r>
              <a:rPr lang="en" b="1">
                <a:solidFill>
                  <a:schemeClr val="dk1"/>
                </a:solidFill>
                <a:uFill>
                  <a:noFill/>
                </a:uFill>
                <a:latin typeface="Josefin Slab"/>
                <a:ea typeface="Josefin Slab"/>
                <a:cs typeface="Josefin Slab"/>
                <a:sym typeface="Josefin Slab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b="1">
              <a:solidFill>
                <a:schemeClr val="dk1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29" name="Google Shape;329;p20"/>
          <p:cNvSpPr/>
          <p:nvPr/>
        </p:nvSpPr>
        <p:spPr>
          <a:xfrm flipH="1">
            <a:off x="4916479" y="4736150"/>
            <a:ext cx="566849" cy="591090"/>
          </a:xfrm>
          <a:custGeom>
            <a:avLst/>
            <a:gdLst/>
            <a:ahLst/>
            <a:cxnLst/>
            <a:rect l="l" t="t" r="r" b="b"/>
            <a:pathLst>
              <a:path w="43470" h="45329" extrusionOk="0">
                <a:moveTo>
                  <a:pt x="16009" y="0"/>
                </a:moveTo>
                <a:lnTo>
                  <a:pt x="14091" y="15709"/>
                </a:lnTo>
                <a:lnTo>
                  <a:pt x="1" y="23024"/>
                </a:lnTo>
                <a:lnTo>
                  <a:pt x="14390" y="29679"/>
                </a:lnTo>
                <a:lnTo>
                  <a:pt x="17028" y="45328"/>
                </a:lnTo>
                <a:lnTo>
                  <a:pt x="27821" y="33756"/>
                </a:lnTo>
                <a:lnTo>
                  <a:pt x="43469" y="36035"/>
                </a:lnTo>
                <a:lnTo>
                  <a:pt x="35795" y="22185"/>
                </a:lnTo>
                <a:lnTo>
                  <a:pt x="42810" y="8035"/>
                </a:lnTo>
                <a:lnTo>
                  <a:pt x="42810" y="8035"/>
                </a:lnTo>
                <a:lnTo>
                  <a:pt x="27281" y="11033"/>
                </a:lnTo>
                <a:lnTo>
                  <a:pt x="16009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0"/>
          <p:cNvSpPr/>
          <p:nvPr/>
        </p:nvSpPr>
        <p:spPr>
          <a:xfrm flipH="1">
            <a:off x="8826104" y="321470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0"/>
          <p:cNvSpPr/>
          <p:nvPr/>
        </p:nvSpPr>
        <p:spPr>
          <a:xfrm flipH="1">
            <a:off x="277281" y="369596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0"/>
          <p:cNvSpPr/>
          <p:nvPr/>
        </p:nvSpPr>
        <p:spPr>
          <a:xfrm rot="2116722" flipH="1">
            <a:off x="798259" y="-114107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0"/>
          <p:cNvSpPr/>
          <p:nvPr/>
        </p:nvSpPr>
        <p:spPr>
          <a:xfrm rot="1288748" flipH="1">
            <a:off x="7202427" y="99522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0"/>
          <p:cNvSpPr/>
          <p:nvPr/>
        </p:nvSpPr>
        <p:spPr>
          <a:xfrm flipH="1">
            <a:off x="1989121" y="164750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rgbClr val="F3D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0"/>
          <p:cNvSpPr/>
          <p:nvPr/>
        </p:nvSpPr>
        <p:spPr>
          <a:xfrm rot="2056866" flipH="1">
            <a:off x="3282290" y="4868809"/>
            <a:ext cx="207197" cy="19782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0"/>
          <p:cNvSpPr/>
          <p:nvPr/>
        </p:nvSpPr>
        <p:spPr>
          <a:xfrm flipH="1">
            <a:off x="8326106" y="68458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0"/>
          <p:cNvSpPr/>
          <p:nvPr/>
        </p:nvSpPr>
        <p:spPr>
          <a:xfrm rot="1768179" flipH="1">
            <a:off x="8772825" y="1659492"/>
            <a:ext cx="207186" cy="19781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EBBE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0"/>
          <p:cNvSpPr/>
          <p:nvPr/>
        </p:nvSpPr>
        <p:spPr>
          <a:xfrm rot="808271" flipH="1">
            <a:off x="5001893" y="-165788"/>
            <a:ext cx="396018" cy="408070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3D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0"/>
          <p:cNvSpPr/>
          <p:nvPr/>
        </p:nvSpPr>
        <p:spPr>
          <a:xfrm flipH="1">
            <a:off x="-411137" y="1223206"/>
            <a:ext cx="688428" cy="693984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3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ver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_2"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ver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ver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4300" y="1152475"/>
            <a:ext cx="7715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9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Josefin Slab Medium"/>
              <a:buChar char="●"/>
              <a:defRPr sz="1900">
                <a:solidFill>
                  <a:schemeClr val="dk1"/>
                </a:solidFill>
                <a:latin typeface="Josefin Slab Medium"/>
                <a:ea typeface="Josefin Slab Medium"/>
                <a:cs typeface="Josefin Slab Medium"/>
                <a:sym typeface="Josefin Slab Medium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Josefin Slab Medium"/>
              <a:buChar char="○"/>
              <a:defRPr sz="1500">
                <a:solidFill>
                  <a:schemeClr val="dk1"/>
                </a:solidFill>
                <a:latin typeface="Josefin Slab Medium"/>
                <a:ea typeface="Josefin Slab Medium"/>
                <a:cs typeface="Josefin Slab Medium"/>
                <a:sym typeface="Josefin Slab Medium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Josefin Slab Medium"/>
              <a:buChar char="■"/>
              <a:defRPr sz="1500">
                <a:solidFill>
                  <a:schemeClr val="dk1"/>
                </a:solidFill>
                <a:latin typeface="Josefin Slab Medium"/>
                <a:ea typeface="Josefin Slab Medium"/>
                <a:cs typeface="Josefin Slab Medium"/>
                <a:sym typeface="Josefin Slab Medium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Josefin Slab Medium"/>
              <a:buChar char="●"/>
              <a:defRPr sz="1500">
                <a:solidFill>
                  <a:schemeClr val="dk1"/>
                </a:solidFill>
                <a:latin typeface="Josefin Slab Medium"/>
                <a:ea typeface="Josefin Slab Medium"/>
                <a:cs typeface="Josefin Slab Medium"/>
                <a:sym typeface="Josefin Slab Medium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Josefin Slab Medium"/>
              <a:buChar char="○"/>
              <a:defRPr sz="1500">
                <a:solidFill>
                  <a:schemeClr val="dk1"/>
                </a:solidFill>
                <a:latin typeface="Josefin Slab Medium"/>
                <a:ea typeface="Josefin Slab Medium"/>
                <a:cs typeface="Josefin Slab Medium"/>
                <a:sym typeface="Josefin Slab Medium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Josefin Slab Medium"/>
              <a:buChar char="■"/>
              <a:defRPr sz="1500">
                <a:solidFill>
                  <a:schemeClr val="dk1"/>
                </a:solidFill>
                <a:latin typeface="Josefin Slab Medium"/>
                <a:ea typeface="Josefin Slab Medium"/>
                <a:cs typeface="Josefin Slab Medium"/>
                <a:sym typeface="Josefin Slab Medium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Josefin Slab Medium"/>
              <a:buChar char="●"/>
              <a:defRPr sz="1500">
                <a:solidFill>
                  <a:schemeClr val="dk1"/>
                </a:solidFill>
                <a:latin typeface="Josefin Slab Medium"/>
                <a:ea typeface="Josefin Slab Medium"/>
                <a:cs typeface="Josefin Slab Medium"/>
                <a:sym typeface="Josefin Slab Medium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Josefin Slab Medium"/>
              <a:buChar char="○"/>
              <a:defRPr sz="1500">
                <a:solidFill>
                  <a:schemeClr val="dk1"/>
                </a:solidFill>
                <a:latin typeface="Josefin Slab Medium"/>
                <a:ea typeface="Josefin Slab Medium"/>
                <a:cs typeface="Josefin Slab Medium"/>
                <a:sym typeface="Josefin Slab Medium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Josefin Slab Medium"/>
              <a:buChar char="■"/>
              <a:defRPr sz="1500">
                <a:solidFill>
                  <a:schemeClr val="dk1"/>
                </a:solidFill>
                <a:latin typeface="Josefin Slab Medium"/>
                <a:ea typeface="Josefin Slab Medium"/>
                <a:cs typeface="Josefin Slab Medium"/>
                <a:sym typeface="Josefin Slab Mediu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transition spd="slow">
    <p:cover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44" name="Google Shape;344;p2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transition spd="slow">
    <p:cover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88D50D0-C894-F13D-7249-AE64B5861663}"/>
              </a:ext>
            </a:extLst>
          </p:cNvPr>
          <p:cNvSpPr txBox="1">
            <a:spLocks/>
          </p:cNvSpPr>
          <p:nvPr/>
        </p:nvSpPr>
        <p:spPr>
          <a:xfrm>
            <a:off x="508110" y="1147818"/>
            <a:ext cx="10045148" cy="317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edoka One"/>
              <a:buNone/>
              <a:defRPr sz="80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edoka One"/>
              <a:buNone/>
              <a:defRPr sz="48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edoka One"/>
              <a:buNone/>
              <a:defRPr sz="48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edoka One"/>
              <a:buNone/>
              <a:defRPr sz="48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edoka One"/>
              <a:buNone/>
              <a:defRPr sz="48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edoka One"/>
              <a:buNone/>
              <a:defRPr sz="48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edoka One"/>
              <a:buNone/>
              <a:defRPr sz="48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edoka One"/>
              <a:buNone/>
              <a:defRPr sz="48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edoka One"/>
              <a:buNone/>
              <a:defRPr sz="48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2800" dirty="0"/>
              <a:t>Name          :</a:t>
            </a:r>
            <a:r>
              <a:rPr lang="en-US" sz="2800" dirty="0" err="1"/>
              <a:t>R.Sowmiya</a:t>
            </a:r>
            <a:br>
              <a:rPr lang="en-US" sz="2800" dirty="0"/>
            </a:br>
            <a:r>
              <a:rPr lang="en-US" sz="2800" dirty="0"/>
              <a:t>Roll No       :25CDR099</a:t>
            </a:r>
            <a:br>
              <a:rPr lang="en-US" sz="2800" dirty="0"/>
            </a:br>
            <a:r>
              <a:rPr lang="en-US" sz="2800" dirty="0"/>
              <a:t>Subject       :English for effective   communication</a:t>
            </a:r>
          </a:p>
          <a:p>
            <a:r>
              <a:rPr lang="en-US" sz="2800" dirty="0"/>
              <a:t>Course        :24EGT11</a:t>
            </a:r>
          </a:p>
          <a:p>
            <a:r>
              <a:rPr lang="en-US" sz="2800" dirty="0"/>
              <a:t>code </a:t>
            </a:r>
            <a:br>
              <a:rPr lang="en-US" sz="2800" dirty="0"/>
            </a:br>
            <a:endParaRPr lang="en-US" sz="28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059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6"/>
          <p:cNvSpPr txBox="1">
            <a:spLocks noGrp="1"/>
          </p:cNvSpPr>
          <p:nvPr>
            <p:ph type="ctrTitle"/>
          </p:nvPr>
        </p:nvSpPr>
        <p:spPr>
          <a:xfrm>
            <a:off x="3400200" y="543025"/>
            <a:ext cx="5029500" cy="2052600"/>
          </a:xfrm>
          <a:prstGeom prst="rect">
            <a:avLst/>
          </a:prstGeom>
        </p:spPr>
        <p:txBody>
          <a:bodyPr spcFirstLastPara="1" wrap="square" lIns="182875" tIns="91425" rIns="18287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Importance </a:t>
            </a:r>
            <a:br>
              <a:rPr lang="en-US" dirty="0"/>
            </a:br>
            <a:r>
              <a:rPr lang="en-US" dirty="0"/>
              <a:t>of </a:t>
            </a:r>
            <a:br>
              <a:rPr lang="en-US" dirty="0"/>
            </a:br>
            <a:r>
              <a:rPr lang="en-US" dirty="0"/>
              <a:t>sleep 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-770192" y="369589"/>
            <a:ext cx="297955" cy="311845"/>
          </a:xfrm>
          <a:custGeom>
            <a:avLst/>
            <a:gdLst/>
            <a:ahLst/>
            <a:cxnLst/>
            <a:rect l="l" t="t" r="r" b="b"/>
            <a:pathLst>
              <a:path w="19307" h="20207" extrusionOk="0">
                <a:moveTo>
                  <a:pt x="11812" y="1"/>
                </a:moveTo>
                <a:lnTo>
                  <a:pt x="7015" y="5097"/>
                </a:lnTo>
                <a:lnTo>
                  <a:pt x="0" y="4018"/>
                </a:lnTo>
                <a:lnTo>
                  <a:pt x="3418" y="10194"/>
                </a:lnTo>
                <a:lnTo>
                  <a:pt x="180" y="16489"/>
                </a:lnTo>
                <a:lnTo>
                  <a:pt x="180" y="16489"/>
                </a:lnTo>
                <a:lnTo>
                  <a:pt x="7135" y="15230"/>
                </a:lnTo>
                <a:lnTo>
                  <a:pt x="12111" y="20206"/>
                </a:lnTo>
                <a:lnTo>
                  <a:pt x="13011" y="13191"/>
                </a:lnTo>
                <a:lnTo>
                  <a:pt x="19306" y="9954"/>
                </a:lnTo>
                <a:lnTo>
                  <a:pt x="12951" y="6956"/>
                </a:lnTo>
                <a:lnTo>
                  <a:pt x="11812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6"/>
          <p:cNvSpPr/>
          <p:nvPr/>
        </p:nvSpPr>
        <p:spPr>
          <a:xfrm>
            <a:off x="990715" y="1053425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6"/>
          <p:cNvSpPr/>
          <p:nvPr/>
        </p:nvSpPr>
        <p:spPr>
          <a:xfrm>
            <a:off x="1827796" y="2081258"/>
            <a:ext cx="499658" cy="520939"/>
          </a:xfrm>
          <a:custGeom>
            <a:avLst/>
            <a:gdLst/>
            <a:ahLst/>
            <a:cxnLst/>
            <a:rect l="l" t="t" r="r" b="b"/>
            <a:pathLst>
              <a:path w="32377" h="33756" extrusionOk="0">
                <a:moveTo>
                  <a:pt x="11871" y="0"/>
                </a:moveTo>
                <a:lnTo>
                  <a:pt x="10492" y="11692"/>
                </a:lnTo>
                <a:lnTo>
                  <a:pt x="0" y="17148"/>
                </a:lnTo>
                <a:lnTo>
                  <a:pt x="10732" y="22124"/>
                </a:lnTo>
                <a:lnTo>
                  <a:pt x="12651" y="33756"/>
                </a:lnTo>
                <a:lnTo>
                  <a:pt x="20685" y="25122"/>
                </a:lnTo>
                <a:lnTo>
                  <a:pt x="32377" y="26861"/>
                </a:lnTo>
                <a:lnTo>
                  <a:pt x="26621" y="16548"/>
                </a:lnTo>
                <a:lnTo>
                  <a:pt x="31897" y="5996"/>
                </a:lnTo>
                <a:lnTo>
                  <a:pt x="20325" y="8274"/>
                </a:lnTo>
                <a:lnTo>
                  <a:pt x="11871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6"/>
          <p:cNvSpPr/>
          <p:nvPr/>
        </p:nvSpPr>
        <p:spPr>
          <a:xfrm rot="-2056866">
            <a:off x="7458941" y="681434"/>
            <a:ext cx="207197" cy="19782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A6D1FE">
              <a:alpha val="4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6"/>
          <p:cNvSpPr/>
          <p:nvPr/>
        </p:nvSpPr>
        <p:spPr>
          <a:xfrm rot="-1768179">
            <a:off x="1186805" y="1763242"/>
            <a:ext cx="207186" cy="19781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6"/>
          <p:cNvSpPr/>
          <p:nvPr/>
        </p:nvSpPr>
        <p:spPr>
          <a:xfrm rot="2700000">
            <a:off x="-297178" y="1602942"/>
            <a:ext cx="566807" cy="591047"/>
          </a:xfrm>
          <a:custGeom>
            <a:avLst/>
            <a:gdLst/>
            <a:ahLst/>
            <a:cxnLst/>
            <a:rect l="l" t="t" r="r" b="b"/>
            <a:pathLst>
              <a:path w="43470" h="45329" extrusionOk="0">
                <a:moveTo>
                  <a:pt x="16009" y="0"/>
                </a:moveTo>
                <a:lnTo>
                  <a:pt x="14091" y="15709"/>
                </a:lnTo>
                <a:lnTo>
                  <a:pt x="1" y="23024"/>
                </a:lnTo>
                <a:lnTo>
                  <a:pt x="14390" y="29679"/>
                </a:lnTo>
                <a:lnTo>
                  <a:pt x="17028" y="45328"/>
                </a:lnTo>
                <a:lnTo>
                  <a:pt x="27821" y="33756"/>
                </a:lnTo>
                <a:lnTo>
                  <a:pt x="43469" y="36035"/>
                </a:lnTo>
                <a:lnTo>
                  <a:pt x="35795" y="22185"/>
                </a:lnTo>
                <a:lnTo>
                  <a:pt x="42810" y="8035"/>
                </a:lnTo>
                <a:lnTo>
                  <a:pt x="42810" y="8035"/>
                </a:lnTo>
                <a:lnTo>
                  <a:pt x="27281" y="11033"/>
                </a:lnTo>
                <a:lnTo>
                  <a:pt x="16009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9" name="Google Shape;3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774173" y="1132175"/>
            <a:ext cx="5703598" cy="5625624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6"/>
          <p:cNvSpPr/>
          <p:nvPr/>
        </p:nvSpPr>
        <p:spPr>
          <a:xfrm>
            <a:off x="4162499" y="2776774"/>
            <a:ext cx="4783981" cy="408001"/>
          </a:xfrm>
          <a:prstGeom prst="roundRect">
            <a:avLst>
              <a:gd name="adj" fmla="val 50000"/>
            </a:avLst>
          </a:prstGeom>
          <a:solidFill>
            <a:srgbClr val="FFFFFF">
              <a:alpha val="5333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1" name="Google Shape;361;p26"/>
          <p:cNvSpPr txBox="1">
            <a:spLocks noGrp="1"/>
          </p:cNvSpPr>
          <p:nvPr>
            <p:ph type="subTitle" idx="1"/>
          </p:nvPr>
        </p:nvSpPr>
        <p:spPr>
          <a:xfrm>
            <a:off x="3784460" y="2842366"/>
            <a:ext cx="5029500" cy="4080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Sleep is the best medicine. — Dalai Lama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8"/>
          <p:cNvSpPr/>
          <p:nvPr/>
        </p:nvSpPr>
        <p:spPr>
          <a:xfrm>
            <a:off x="714313" y="1688475"/>
            <a:ext cx="769200" cy="7692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8"/>
          <p:cNvSpPr/>
          <p:nvPr/>
        </p:nvSpPr>
        <p:spPr>
          <a:xfrm>
            <a:off x="714313" y="3106525"/>
            <a:ext cx="769200" cy="7692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8"/>
          <p:cNvSpPr/>
          <p:nvPr/>
        </p:nvSpPr>
        <p:spPr>
          <a:xfrm>
            <a:off x="4660587" y="1688475"/>
            <a:ext cx="769200" cy="7692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375" name="Google Shape;375;p28"/>
          <p:cNvSpPr/>
          <p:nvPr/>
        </p:nvSpPr>
        <p:spPr>
          <a:xfrm>
            <a:off x="4660587" y="3106525"/>
            <a:ext cx="769200" cy="7692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8"/>
          <p:cNvSpPr txBox="1">
            <a:spLocks noGrp="1"/>
          </p:cNvSpPr>
          <p:nvPr>
            <p:ph type="title"/>
          </p:nvPr>
        </p:nvSpPr>
        <p:spPr>
          <a:xfrm>
            <a:off x="714313" y="1892625"/>
            <a:ext cx="769200" cy="3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77" name="Google Shape;377;p28"/>
          <p:cNvSpPr txBox="1">
            <a:spLocks noGrp="1"/>
          </p:cNvSpPr>
          <p:nvPr>
            <p:ph type="title" idx="2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78" name="Google Shape;378;p28"/>
          <p:cNvSpPr txBox="1">
            <a:spLocks noGrp="1"/>
          </p:cNvSpPr>
          <p:nvPr>
            <p:ph type="title" idx="3"/>
          </p:nvPr>
        </p:nvSpPr>
        <p:spPr>
          <a:xfrm>
            <a:off x="1532926" y="1886057"/>
            <a:ext cx="29505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80" name="Google Shape;380;p28"/>
          <p:cNvSpPr txBox="1">
            <a:spLocks noGrp="1"/>
          </p:cNvSpPr>
          <p:nvPr>
            <p:ph type="title" idx="4"/>
          </p:nvPr>
        </p:nvSpPr>
        <p:spPr>
          <a:xfrm>
            <a:off x="714313" y="3310675"/>
            <a:ext cx="769200" cy="3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81" name="Google Shape;381;p28"/>
          <p:cNvSpPr txBox="1">
            <a:spLocks noGrp="1"/>
          </p:cNvSpPr>
          <p:nvPr>
            <p:ph type="title" idx="5"/>
          </p:nvPr>
        </p:nvSpPr>
        <p:spPr>
          <a:xfrm>
            <a:off x="1455178" y="3247475"/>
            <a:ext cx="29505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Brain function </a:t>
            </a:r>
            <a:endParaRPr dirty="0"/>
          </a:p>
        </p:txBody>
      </p:sp>
      <p:sp>
        <p:nvSpPr>
          <p:cNvPr id="383" name="Google Shape;383;p28"/>
          <p:cNvSpPr txBox="1">
            <a:spLocks noGrp="1"/>
          </p:cNvSpPr>
          <p:nvPr>
            <p:ph type="title" idx="7"/>
          </p:nvPr>
        </p:nvSpPr>
        <p:spPr>
          <a:xfrm>
            <a:off x="4660587" y="1892625"/>
            <a:ext cx="769200" cy="3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84" name="Google Shape;384;p28"/>
          <p:cNvSpPr txBox="1">
            <a:spLocks noGrp="1"/>
          </p:cNvSpPr>
          <p:nvPr>
            <p:ph type="title" idx="8"/>
          </p:nvPr>
        </p:nvSpPr>
        <p:spPr>
          <a:xfrm>
            <a:off x="5485740" y="1853379"/>
            <a:ext cx="29505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Sleep hours</a:t>
            </a:r>
            <a:endParaRPr dirty="0"/>
          </a:p>
        </p:txBody>
      </p:sp>
      <p:sp>
        <p:nvSpPr>
          <p:cNvPr id="386" name="Google Shape;386;p28"/>
          <p:cNvSpPr txBox="1">
            <a:spLocks noGrp="1"/>
          </p:cNvSpPr>
          <p:nvPr>
            <p:ph type="title" idx="13"/>
          </p:nvPr>
        </p:nvSpPr>
        <p:spPr>
          <a:xfrm>
            <a:off x="4660587" y="3310675"/>
            <a:ext cx="769200" cy="3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87" name="Google Shape;387;p28"/>
          <p:cNvSpPr txBox="1">
            <a:spLocks noGrp="1"/>
          </p:cNvSpPr>
          <p:nvPr>
            <p:ph type="title" idx="14"/>
          </p:nvPr>
        </p:nvSpPr>
        <p:spPr>
          <a:xfrm>
            <a:off x="5479200" y="2946087"/>
            <a:ext cx="29505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Advantage and disadvantage </a:t>
            </a:r>
            <a:endParaRPr dirty="0"/>
          </a:p>
        </p:txBody>
      </p:sp>
      <p:pic>
        <p:nvPicPr>
          <p:cNvPr id="389" name="Google Shape;3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428493" y="3596565"/>
            <a:ext cx="2867588" cy="1544451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8"/>
          <p:cNvSpPr/>
          <p:nvPr/>
        </p:nvSpPr>
        <p:spPr>
          <a:xfrm>
            <a:off x="393467" y="4505546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8"/>
          <p:cNvSpPr/>
          <p:nvPr/>
        </p:nvSpPr>
        <p:spPr>
          <a:xfrm>
            <a:off x="8783751" y="3271250"/>
            <a:ext cx="566849" cy="591090"/>
          </a:xfrm>
          <a:custGeom>
            <a:avLst/>
            <a:gdLst/>
            <a:ahLst/>
            <a:cxnLst/>
            <a:rect l="l" t="t" r="r" b="b"/>
            <a:pathLst>
              <a:path w="43470" h="45329" extrusionOk="0">
                <a:moveTo>
                  <a:pt x="16009" y="0"/>
                </a:moveTo>
                <a:lnTo>
                  <a:pt x="14091" y="15709"/>
                </a:lnTo>
                <a:lnTo>
                  <a:pt x="1" y="23024"/>
                </a:lnTo>
                <a:lnTo>
                  <a:pt x="14390" y="29679"/>
                </a:lnTo>
                <a:lnTo>
                  <a:pt x="17028" y="45328"/>
                </a:lnTo>
                <a:lnTo>
                  <a:pt x="27821" y="33756"/>
                </a:lnTo>
                <a:lnTo>
                  <a:pt x="43469" y="36035"/>
                </a:lnTo>
                <a:lnTo>
                  <a:pt x="35795" y="22185"/>
                </a:lnTo>
                <a:lnTo>
                  <a:pt x="42810" y="8035"/>
                </a:lnTo>
                <a:lnTo>
                  <a:pt x="42810" y="8035"/>
                </a:lnTo>
                <a:lnTo>
                  <a:pt x="27281" y="11033"/>
                </a:lnTo>
                <a:lnTo>
                  <a:pt x="16009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8"/>
          <p:cNvSpPr/>
          <p:nvPr/>
        </p:nvSpPr>
        <p:spPr>
          <a:xfrm rot="-808271">
            <a:off x="6007430" y="729562"/>
            <a:ext cx="396018" cy="408070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8"/>
          <p:cNvSpPr/>
          <p:nvPr/>
        </p:nvSpPr>
        <p:spPr>
          <a:xfrm>
            <a:off x="4100255" y="2625383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8"/>
          <p:cNvSpPr/>
          <p:nvPr/>
        </p:nvSpPr>
        <p:spPr>
          <a:xfrm rot="-2116722">
            <a:off x="4005843" y="1328768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74;p28">
            <a:extLst>
              <a:ext uri="{FF2B5EF4-FFF2-40B4-BE49-F238E27FC236}">
                <a16:creationId xmlns:a16="http://schemas.microsoft.com/office/drawing/2014/main" id="{C40578A5-D3CF-C7F5-C191-A5B86953918F}"/>
              </a:ext>
            </a:extLst>
          </p:cNvPr>
          <p:cNvSpPr/>
          <p:nvPr/>
        </p:nvSpPr>
        <p:spPr>
          <a:xfrm>
            <a:off x="2623475" y="4120946"/>
            <a:ext cx="769200" cy="7692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9" name="Google Shape;381;p28">
            <a:extLst>
              <a:ext uri="{FF2B5EF4-FFF2-40B4-BE49-F238E27FC236}">
                <a16:creationId xmlns:a16="http://schemas.microsoft.com/office/drawing/2014/main" id="{C3BEB6BD-325A-8B8E-C123-0AB689CCA547}"/>
              </a:ext>
            </a:extLst>
          </p:cNvPr>
          <p:cNvSpPr txBox="1">
            <a:spLocks/>
          </p:cNvSpPr>
          <p:nvPr/>
        </p:nvSpPr>
        <p:spPr>
          <a:xfrm>
            <a:off x="3495032" y="4258128"/>
            <a:ext cx="29505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dirty="0"/>
              <a:t>Conclusion </a:t>
            </a:r>
          </a:p>
        </p:txBody>
      </p:sp>
      <p:sp>
        <p:nvSpPr>
          <p:cNvPr id="11" name="Google Shape;386;p28">
            <a:extLst>
              <a:ext uri="{FF2B5EF4-FFF2-40B4-BE49-F238E27FC236}">
                <a16:creationId xmlns:a16="http://schemas.microsoft.com/office/drawing/2014/main" id="{5F56098A-51B4-4E35-4BBB-3277CFE851D4}"/>
              </a:ext>
            </a:extLst>
          </p:cNvPr>
          <p:cNvSpPr txBox="1">
            <a:spLocks/>
          </p:cNvSpPr>
          <p:nvPr/>
        </p:nvSpPr>
        <p:spPr>
          <a:xfrm>
            <a:off x="2623475" y="4338001"/>
            <a:ext cx="7692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2700" b="0" i="0" u="none" strike="noStrike" cap="none">
                <a:solidFill>
                  <a:schemeClr val="accent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" dirty="0"/>
              <a:t>0</a:t>
            </a:r>
            <a:r>
              <a:rPr lang="en-US" dirty="0"/>
              <a:t>5</a:t>
            </a:r>
            <a:endParaRPr lang="e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9"/>
          <p:cNvSpPr/>
          <p:nvPr/>
        </p:nvSpPr>
        <p:spPr>
          <a:xfrm>
            <a:off x="714575" y="747222"/>
            <a:ext cx="1171500" cy="1171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9"/>
          <p:cNvSpPr txBox="1">
            <a:spLocks noGrp="1"/>
          </p:cNvSpPr>
          <p:nvPr>
            <p:ph type="title" idx="2"/>
          </p:nvPr>
        </p:nvSpPr>
        <p:spPr>
          <a:xfrm>
            <a:off x="714575" y="1065822"/>
            <a:ext cx="1171500" cy="5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01" name="Google Shape;401;p29"/>
          <p:cNvSpPr/>
          <p:nvPr/>
        </p:nvSpPr>
        <p:spPr>
          <a:xfrm rot="10800000">
            <a:off x="1996746" y="3030156"/>
            <a:ext cx="688428" cy="693984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9"/>
          <p:cNvSpPr/>
          <p:nvPr/>
        </p:nvSpPr>
        <p:spPr>
          <a:xfrm rot="1675549">
            <a:off x="1562034" y="3523991"/>
            <a:ext cx="337007" cy="344050"/>
          </a:xfrm>
          <a:custGeom>
            <a:avLst/>
            <a:gdLst/>
            <a:ahLst/>
            <a:cxnLst/>
            <a:rect l="l" t="t" r="r" b="b"/>
            <a:pathLst>
              <a:path w="25842" h="26382" extrusionOk="0">
                <a:moveTo>
                  <a:pt x="8274" y="1"/>
                </a:moveTo>
                <a:lnTo>
                  <a:pt x="7855" y="9234"/>
                </a:lnTo>
                <a:lnTo>
                  <a:pt x="0" y="14151"/>
                </a:lnTo>
                <a:lnTo>
                  <a:pt x="8634" y="17388"/>
                </a:lnTo>
                <a:lnTo>
                  <a:pt x="10853" y="26382"/>
                </a:lnTo>
                <a:lnTo>
                  <a:pt x="16608" y="19187"/>
                </a:lnTo>
                <a:lnTo>
                  <a:pt x="25842" y="19847"/>
                </a:lnTo>
                <a:lnTo>
                  <a:pt x="25842" y="19847"/>
                </a:lnTo>
                <a:lnTo>
                  <a:pt x="20745" y="12112"/>
                </a:lnTo>
                <a:lnTo>
                  <a:pt x="24283" y="3538"/>
                </a:lnTo>
                <a:lnTo>
                  <a:pt x="15349" y="5996"/>
                </a:lnTo>
                <a:lnTo>
                  <a:pt x="827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9"/>
          <p:cNvSpPr/>
          <p:nvPr/>
        </p:nvSpPr>
        <p:spPr>
          <a:xfrm rot="-1288748">
            <a:off x="2750973" y="3753247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9"/>
          <p:cNvSpPr/>
          <p:nvPr/>
        </p:nvSpPr>
        <p:spPr>
          <a:xfrm rot="9991729">
            <a:off x="4258364" y="3019126"/>
            <a:ext cx="396018" cy="408070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29"/>
          <p:cNvSpPr/>
          <p:nvPr/>
        </p:nvSpPr>
        <p:spPr>
          <a:xfrm rot="-1288748">
            <a:off x="2237373" y="4173684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6" name="Google Shape;40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52266">
            <a:off x="3577143" y="1444253"/>
            <a:ext cx="5973822" cy="481581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9"/>
          <p:cNvSpPr/>
          <p:nvPr/>
        </p:nvSpPr>
        <p:spPr>
          <a:xfrm rot="-1288748">
            <a:off x="4987273" y="3236197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9"/>
          <p:cNvSpPr/>
          <p:nvPr/>
        </p:nvSpPr>
        <p:spPr>
          <a:xfrm>
            <a:off x="7477833" y="882970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367AC0">
              <a:alpha val="330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9"/>
          <p:cNvSpPr/>
          <p:nvPr/>
        </p:nvSpPr>
        <p:spPr>
          <a:xfrm>
            <a:off x="723592" y="2063526"/>
            <a:ext cx="3732781" cy="2511208"/>
          </a:xfrm>
          <a:prstGeom prst="roundRect">
            <a:avLst>
              <a:gd name="adj" fmla="val 50000"/>
            </a:avLst>
          </a:prstGeom>
          <a:solidFill>
            <a:srgbClr val="FBFCF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0" name="Google Shape;410;p29"/>
          <p:cNvSpPr txBox="1">
            <a:spLocks noGrp="1"/>
          </p:cNvSpPr>
          <p:nvPr>
            <p:ph type="title"/>
          </p:nvPr>
        </p:nvSpPr>
        <p:spPr>
          <a:xfrm>
            <a:off x="2101750" y="852067"/>
            <a:ext cx="4584900" cy="9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11" name="Google Shape;411;p29"/>
          <p:cNvSpPr txBox="1">
            <a:spLocks noGrp="1"/>
          </p:cNvSpPr>
          <p:nvPr>
            <p:ph type="subTitle" idx="1"/>
          </p:nvPr>
        </p:nvSpPr>
        <p:spPr>
          <a:xfrm>
            <a:off x="1016556" y="2232344"/>
            <a:ext cx="3520746" cy="19372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Sleep is as vital as food and water. It's not just a period of rest, but an active process essential for physical and mental health.</a:t>
            </a:r>
            <a:endParaRPr dirty="0"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74980850-4889-2E89-3632-025763E420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9077" y="3339224"/>
            <a:ext cx="3632660" cy="1009471"/>
          </a:xfrm>
        </p:spPr>
        <p:txBody>
          <a:bodyPr/>
          <a:lstStyle/>
          <a:p>
            <a:r>
              <a:rPr lang="en-US" dirty="0"/>
              <a:t>Your brain is “cleaning house.” It flushes out toxins and waste good night’s sleep makes you sharper, more focused, and better at solving problems. It’s the difference between being a fast computer and one that’s full of junk files</a:t>
            </a:r>
          </a:p>
        </p:txBody>
      </p:sp>
      <p:sp>
        <p:nvSpPr>
          <p:cNvPr id="8" name="Google Shape;433;p31">
            <a:extLst>
              <a:ext uri="{FF2B5EF4-FFF2-40B4-BE49-F238E27FC236}">
                <a16:creationId xmlns:a16="http://schemas.microsoft.com/office/drawing/2014/main" id="{11D1A31C-C94B-0B2A-8317-47DF9E7A305F}"/>
              </a:ext>
            </a:extLst>
          </p:cNvPr>
          <p:cNvSpPr txBox="1">
            <a:spLocks/>
          </p:cNvSpPr>
          <p:nvPr/>
        </p:nvSpPr>
        <p:spPr>
          <a:xfrm>
            <a:off x="1755914" y="959841"/>
            <a:ext cx="77154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dirty="0"/>
              <a:t>Brain function and performance </a:t>
            </a:r>
          </a:p>
        </p:txBody>
      </p:sp>
      <p:sp>
        <p:nvSpPr>
          <p:cNvPr id="10" name="Google Shape;399;p29">
            <a:extLst>
              <a:ext uri="{FF2B5EF4-FFF2-40B4-BE49-F238E27FC236}">
                <a16:creationId xmlns:a16="http://schemas.microsoft.com/office/drawing/2014/main" id="{B0BCEBCF-90C0-0A9F-FEEA-B9CDA0ABC54B}"/>
              </a:ext>
            </a:extLst>
          </p:cNvPr>
          <p:cNvSpPr/>
          <p:nvPr/>
        </p:nvSpPr>
        <p:spPr>
          <a:xfrm>
            <a:off x="1002960" y="881105"/>
            <a:ext cx="752954" cy="763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400;p29">
            <a:extLst>
              <a:ext uri="{FF2B5EF4-FFF2-40B4-BE49-F238E27FC236}">
                <a16:creationId xmlns:a16="http://schemas.microsoft.com/office/drawing/2014/main" id="{4A98ACF0-EA95-B3C3-5FE4-A451C7686034}"/>
              </a:ext>
            </a:extLst>
          </p:cNvPr>
          <p:cNvSpPr txBox="1">
            <a:spLocks/>
          </p:cNvSpPr>
          <p:nvPr/>
        </p:nvSpPr>
        <p:spPr>
          <a:xfrm>
            <a:off x="1082324" y="1239995"/>
            <a:ext cx="594226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" sz="2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0</a:t>
            </a:r>
            <a:r>
              <a:rPr lang="en-US" sz="2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2</a:t>
            </a:r>
            <a:endParaRPr lang="en" sz="24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4" name="Google Shape;590;p34">
            <a:extLst>
              <a:ext uri="{FF2B5EF4-FFF2-40B4-BE49-F238E27FC236}">
                <a16:creationId xmlns:a16="http://schemas.microsoft.com/office/drawing/2014/main" id="{51595CB9-0B7A-DAD6-EDAD-334BD8ED0E3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1859" b="21513"/>
          <a:stretch/>
        </p:blipFill>
        <p:spPr>
          <a:xfrm>
            <a:off x="3739598" y="1567072"/>
            <a:ext cx="1664804" cy="171519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283387941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5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Before going to bed</a:t>
            </a:r>
            <a:endParaRPr dirty="0"/>
          </a:p>
        </p:txBody>
      </p:sp>
      <p:sp>
        <p:nvSpPr>
          <p:cNvPr id="597" name="Google Shape;597;p35"/>
          <p:cNvSpPr txBox="1"/>
          <p:nvPr/>
        </p:nvSpPr>
        <p:spPr>
          <a:xfrm>
            <a:off x="1281113" y="3903525"/>
            <a:ext cx="19527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Josefin Slab Medium"/>
                <a:ea typeface="Josefin Slab Medium"/>
                <a:cs typeface="Josefin Slab Medium"/>
                <a:sym typeface="Josefin Slab Medium"/>
              </a:rPr>
              <a:t>Dim your room lights</a:t>
            </a:r>
            <a:endParaRPr sz="1500" dirty="0">
              <a:solidFill>
                <a:schemeClr val="dk1"/>
              </a:solidFill>
              <a:latin typeface="Josefin Slab Medium"/>
              <a:ea typeface="Josefin Slab Medium"/>
              <a:cs typeface="Josefin Slab Medium"/>
              <a:sym typeface="Josefin Slab Medium"/>
            </a:endParaRPr>
          </a:p>
        </p:txBody>
      </p:sp>
      <p:sp>
        <p:nvSpPr>
          <p:cNvPr id="598" name="Google Shape;598;p35"/>
          <p:cNvSpPr/>
          <p:nvPr/>
        </p:nvSpPr>
        <p:spPr>
          <a:xfrm>
            <a:off x="1933913" y="2785024"/>
            <a:ext cx="647100" cy="6471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35"/>
          <p:cNvSpPr/>
          <p:nvPr/>
        </p:nvSpPr>
        <p:spPr>
          <a:xfrm>
            <a:off x="712988" y="2540212"/>
            <a:ext cx="7718025" cy="774975"/>
          </a:xfrm>
          <a:custGeom>
            <a:avLst/>
            <a:gdLst/>
            <a:ahLst/>
            <a:cxnLst/>
            <a:rect l="l" t="t" r="r" b="b"/>
            <a:pathLst>
              <a:path w="308721" h="30999" extrusionOk="0">
                <a:moveTo>
                  <a:pt x="0" y="30999"/>
                </a:moveTo>
                <a:cubicBezTo>
                  <a:pt x="10302" y="25833"/>
                  <a:pt x="41223" y="15"/>
                  <a:pt x="61809" y="0"/>
                </a:cubicBezTo>
                <a:cubicBezTo>
                  <a:pt x="82395" y="-15"/>
                  <a:pt x="102945" y="30906"/>
                  <a:pt x="123515" y="30910"/>
                </a:cubicBezTo>
                <a:cubicBezTo>
                  <a:pt x="144085" y="30915"/>
                  <a:pt x="164655" y="17"/>
                  <a:pt x="185228" y="27"/>
                </a:cubicBezTo>
                <a:cubicBezTo>
                  <a:pt x="205801" y="37"/>
                  <a:pt x="226373" y="30964"/>
                  <a:pt x="246955" y="30969"/>
                </a:cubicBezTo>
                <a:cubicBezTo>
                  <a:pt x="267537" y="30974"/>
                  <a:pt x="298427" y="5209"/>
                  <a:pt x="308721" y="57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sp>
      <p:sp>
        <p:nvSpPr>
          <p:cNvPr id="601" name="Google Shape;601;p35"/>
          <p:cNvSpPr txBox="1"/>
          <p:nvPr/>
        </p:nvSpPr>
        <p:spPr>
          <a:xfrm>
            <a:off x="2793644" y="1642355"/>
            <a:ext cx="19527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Josefin Slab Medium"/>
                <a:ea typeface="Josefin Slab Medium"/>
                <a:cs typeface="Josefin Slab Medium"/>
                <a:sym typeface="Josefin Slab Medium"/>
              </a:rPr>
              <a:t>Take a warm bath or shower</a:t>
            </a:r>
            <a:endParaRPr sz="1500" dirty="0">
              <a:solidFill>
                <a:schemeClr val="dk1"/>
              </a:solidFill>
              <a:latin typeface="Josefin Slab Medium"/>
              <a:ea typeface="Josefin Slab Medium"/>
              <a:cs typeface="Josefin Slab Medium"/>
              <a:sym typeface="Josefin Slab Medium"/>
            </a:endParaRPr>
          </a:p>
        </p:txBody>
      </p:sp>
      <p:sp>
        <p:nvSpPr>
          <p:cNvPr id="602" name="Google Shape;602;p35"/>
          <p:cNvSpPr/>
          <p:nvPr/>
        </p:nvSpPr>
        <p:spPr>
          <a:xfrm>
            <a:off x="4988508" y="2808153"/>
            <a:ext cx="647100" cy="6471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35"/>
          <p:cNvSpPr/>
          <p:nvPr/>
        </p:nvSpPr>
        <p:spPr>
          <a:xfrm>
            <a:off x="3476937" y="2399778"/>
            <a:ext cx="647100" cy="6471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35"/>
          <p:cNvSpPr/>
          <p:nvPr/>
        </p:nvSpPr>
        <p:spPr>
          <a:xfrm>
            <a:off x="6557199" y="2457330"/>
            <a:ext cx="647100" cy="6471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35"/>
          <p:cNvSpPr txBox="1"/>
          <p:nvPr/>
        </p:nvSpPr>
        <p:spPr>
          <a:xfrm>
            <a:off x="5910188" y="1684779"/>
            <a:ext cx="19527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Josefin Slab Medium"/>
                <a:ea typeface="Josefin Slab Medium"/>
                <a:cs typeface="Josefin Slab Medium"/>
                <a:sym typeface="Josefin Slab Medium"/>
              </a:rPr>
              <a:t>Keep your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Josefin Slab Medium"/>
                <a:ea typeface="Josefin Slab Medium"/>
                <a:cs typeface="Josefin Slab Medium"/>
                <a:sym typeface="Josefin Slab Medium"/>
              </a:rPr>
              <a:t>mobile away</a:t>
            </a:r>
            <a:endParaRPr sz="1500" dirty="0">
              <a:solidFill>
                <a:schemeClr val="dk1"/>
              </a:solidFill>
              <a:latin typeface="Josefin Slab Medium"/>
              <a:ea typeface="Josefin Slab Medium"/>
              <a:cs typeface="Josefin Slab Medium"/>
              <a:sym typeface="Josefin Slab Medium"/>
            </a:endParaRPr>
          </a:p>
        </p:txBody>
      </p:sp>
      <p:grpSp>
        <p:nvGrpSpPr>
          <p:cNvPr id="643" name="Google Shape;643;p35"/>
          <p:cNvGrpSpPr/>
          <p:nvPr/>
        </p:nvGrpSpPr>
        <p:grpSpPr>
          <a:xfrm>
            <a:off x="5209779" y="2932006"/>
            <a:ext cx="204558" cy="370419"/>
            <a:chOff x="4783925" y="1877750"/>
            <a:chExt cx="273950" cy="496075"/>
          </a:xfrm>
        </p:grpSpPr>
        <p:sp>
          <p:nvSpPr>
            <p:cNvPr id="644" name="Google Shape;644;p35"/>
            <p:cNvSpPr/>
            <p:nvPr/>
          </p:nvSpPr>
          <p:spPr>
            <a:xfrm>
              <a:off x="4842200" y="1885300"/>
              <a:ext cx="40925" cy="80050"/>
            </a:xfrm>
            <a:custGeom>
              <a:avLst/>
              <a:gdLst/>
              <a:ahLst/>
              <a:cxnLst/>
              <a:rect l="l" t="t" r="r" b="b"/>
              <a:pathLst>
                <a:path w="1637" h="3202" extrusionOk="0">
                  <a:moveTo>
                    <a:pt x="939" y="0"/>
                  </a:moveTo>
                  <a:cubicBezTo>
                    <a:pt x="784" y="0"/>
                    <a:pt x="642" y="96"/>
                    <a:pt x="620" y="252"/>
                  </a:cubicBezTo>
                  <a:lnTo>
                    <a:pt x="0" y="2979"/>
                  </a:lnTo>
                  <a:lnTo>
                    <a:pt x="25" y="3028"/>
                  </a:lnTo>
                  <a:lnTo>
                    <a:pt x="843" y="3202"/>
                  </a:lnTo>
                  <a:lnTo>
                    <a:pt x="992" y="3127"/>
                  </a:lnTo>
                  <a:lnTo>
                    <a:pt x="1587" y="475"/>
                  </a:lnTo>
                  <a:cubicBezTo>
                    <a:pt x="1636" y="301"/>
                    <a:pt x="1537" y="128"/>
                    <a:pt x="1364" y="103"/>
                  </a:cubicBezTo>
                  <a:lnTo>
                    <a:pt x="992" y="4"/>
                  </a:lnTo>
                  <a:cubicBezTo>
                    <a:pt x="974" y="1"/>
                    <a:pt x="956" y="0"/>
                    <a:pt x="939" y="0"/>
                  </a:cubicBezTo>
                  <a:close/>
                </a:path>
              </a:pathLst>
            </a:custGeom>
            <a:solidFill>
              <a:srgbClr val="F5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5"/>
            <p:cNvSpPr/>
            <p:nvPr/>
          </p:nvSpPr>
          <p:spPr>
            <a:xfrm>
              <a:off x="4958700" y="1885300"/>
              <a:ext cx="40925" cy="78825"/>
            </a:xfrm>
            <a:custGeom>
              <a:avLst/>
              <a:gdLst/>
              <a:ahLst/>
              <a:cxnLst/>
              <a:rect l="l" t="t" r="r" b="b"/>
              <a:pathLst>
                <a:path w="1637" h="3153" extrusionOk="0">
                  <a:moveTo>
                    <a:pt x="698" y="0"/>
                  </a:moveTo>
                  <a:cubicBezTo>
                    <a:pt x="681" y="0"/>
                    <a:pt x="663" y="1"/>
                    <a:pt x="645" y="4"/>
                  </a:cubicBezTo>
                  <a:lnTo>
                    <a:pt x="273" y="103"/>
                  </a:lnTo>
                  <a:cubicBezTo>
                    <a:pt x="100" y="128"/>
                    <a:pt x="1" y="301"/>
                    <a:pt x="50" y="475"/>
                  </a:cubicBezTo>
                  <a:lnTo>
                    <a:pt x="620" y="3127"/>
                  </a:lnTo>
                  <a:lnTo>
                    <a:pt x="719" y="3152"/>
                  </a:lnTo>
                  <a:lnTo>
                    <a:pt x="1587" y="3028"/>
                  </a:lnTo>
                  <a:lnTo>
                    <a:pt x="1637" y="2979"/>
                  </a:lnTo>
                  <a:lnTo>
                    <a:pt x="1042" y="252"/>
                  </a:lnTo>
                  <a:cubicBezTo>
                    <a:pt x="997" y="96"/>
                    <a:pt x="853" y="0"/>
                    <a:pt x="698" y="0"/>
                  </a:cubicBezTo>
                  <a:close/>
                </a:path>
              </a:pathLst>
            </a:custGeom>
            <a:solidFill>
              <a:srgbClr val="F5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5"/>
            <p:cNvSpPr/>
            <p:nvPr/>
          </p:nvSpPr>
          <p:spPr>
            <a:xfrm>
              <a:off x="4841575" y="1885675"/>
              <a:ext cx="32875" cy="78450"/>
            </a:xfrm>
            <a:custGeom>
              <a:avLst/>
              <a:gdLst/>
              <a:ahLst/>
              <a:cxnLst/>
              <a:rect l="l" t="t" r="r" b="b"/>
              <a:pathLst>
                <a:path w="1315" h="3138" extrusionOk="0">
                  <a:moveTo>
                    <a:pt x="927" y="1"/>
                  </a:moveTo>
                  <a:cubicBezTo>
                    <a:pt x="786" y="1"/>
                    <a:pt x="661" y="94"/>
                    <a:pt x="620" y="237"/>
                  </a:cubicBezTo>
                  <a:lnTo>
                    <a:pt x="0" y="2964"/>
                  </a:lnTo>
                  <a:lnTo>
                    <a:pt x="50" y="3038"/>
                  </a:lnTo>
                  <a:lnTo>
                    <a:pt x="571" y="3137"/>
                  </a:lnTo>
                  <a:lnTo>
                    <a:pt x="571" y="3112"/>
                  </a:lnTo>
                  <a:lnTo>
                    <a:pt x="1215" y="262"/>
                  </a:lnTo>
                  <a:cubicBezTo>
                    <a:pt x="1215" y="187"/>
                    <a:pt x="1265" y="113"/>
                    <a:pt x="1314" y="63"/>
                  </a:cubicBezTo>
                  <a:lnTo>
                    <a:pt x="1017" y="14"/>
                  </a:lnTo>
                  <a:cubicBezTo>
                    <a:pt x="986" y="5"/>
                    <a:pt x="956" y="1"/>
                    <a:pt x="927" y="1"/>
                  </a:cubicBezTo>
                  <a:close/>
                </a:path>
              </a:pathLst>
            </a:custGeom>
            <a:solidFill>
              <a:srgbClr val="E183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5"/>
            <p:cNvSpPr/>
            <p:nvPr/>
          </p:nvSpPr>
          <p:spPr>
            <a:xfrm>
              <a:off x="4958700" y="1886000"/>
              <a:ext cx="29150" cy="78125"/>
            </a:xfrm>
            <a:custGeom>
              <a:avLst/>
              <a:gdLst/>
              <a:ahLst/>
              <a:cxnLst/>
              <a:rect l="l" t="t" r="r" b="b"/>
              <a:pathLst>
                <a:path w="1166" h="3125" extrusionOk="0">
                  <a:moveTo>
                    <a:pt x="596" y="1"/>
                  </a:moveTo>
                  <a:lnTo>
                    <a:pt x="273" y="75"/>
                  </a:lnTo>
                  <a:cubicBezTo>
                    <a:pt x="100" y="100"/>
                    <a:pt x="1" y="273"/>
                    <a:pt x="50" y="447"/>
                  </a:cubicBezTo>
                  <a:lnTo>
                    <a:pt x="645" y="3099"/>
                  </a:lnTo>
                  <a:lnTo>
                    <a:pt x="719" y="3124"/>
                  </a:lnTo>
                  <a:lnTo>
                    <a:pt x="1166" y="3075"/>
                  </a:lnTo>
                  <a:lnTo>
                    <a:pt x="546" y="249"/>
                  </a:lnTo>
                  <a:cubicBezTo>
                    <a:pt x="521" y="174"/>
                    <a:pt x="546" y="75"/>
                    <a:pt x="596" y="1"/>
                  </a:cubicBezTo>
                  <a:close/>
                </a:path>
              </a:pathLst>
            </a:custGeom>
            <a:solidFill>
              <a:srgbClr val="E183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5"/>
            <p:cNvSpPr/>
            <p:nvPr/>
          </p:nvSpPr>
          <p:spPr>
            <a:xfrm>
              <a:off x="4792000" y="1957350"/>
              <a:ext cx="257825" cy="409600"/>
            </a:xfrm>
            <a:custGeom>
              <a:avLst/>
              <a:gdLst/>
              <a:ahLst/>
              <a:cxnLst/>
              <a:rect l="l" t="t" r="r" b="b"/>
              <a:pathLst>
                <a:path w="10313" h="16384" extrusionOk="0">
                  <a:moveTo>
                    <a:pt x="2274" y="1"/>
                  </a:moveTo>
                  <a:cubicBezTo>
                    <a:pt x="2099" y="1"/>
                    <a:pt x="1944" y="116"/>
                    <a:pt x="1884" y="295"/>
                  </a:cubicBezTo>
                  <a:cubicBezTo>
                    <a:pt x="1488" y="1435"/>
                    <a:pt x="1488" y="2675"/>
                    <a:pt x="1909" y="3790"/>
                  </a:cubicBezTo>
                  <a:cubicBezTo>
                    <a:pt x="2058" y="4237"/>
                    <a:pt x="2107" y="4683"/>
                    <a:pt x="2058" y="5129"/>
                  </a:cubicBezTo>
                  <a:cubicBezTo>
                    <a:pt x="1711" y="7856"/>
                    <a:pt x="446" y="13458"/>
                    <a:pt x="50" y="15119"/>
                  </a:cubicBezTo>
                  <a:cubicBezTo>
                    <a:pt x="0" y="15392"/>
                    <a:pt x="149" y="15640"/>
                    <a:pt x="422" y="15714"/>
                  </a:cubicBezTo>
                  <a:lnTo>
                    <a:pt x="1835" y="16011"/>
                  </a:lnTo>
                  <a:cubicBezTo>
                    <a:pt x="2925" y="16259"/>
                    <a:pt x="4041" y="16383"/>
                    <a:pt x="5156" y="16383"/>
                  </a:cubicBezTo>
                  <a:cubicBezTo>
                    <a:pt x="6272" y="16383"/>
                    <a:pt x="7387" y="16259"/>
                    <a:pt x="8478" y="16011"/>
                  </a:cubicBezTo>
                  <a:lnTo>
                    <a:pt x="9891" y="15714"/>
                  </a:lnTo>
                  <a:cubicBezTo>
                    <a:pt x="10164" y="15640"/>
                    <a:pt x="10313" y="15392"/>
                    <a:pt x="10263" y="15119"/>
                  </a:cubicBezTo>
                  <a:cubicBezTo>
                    <a:pt x="9891" y="13458"/>
                    <a:pt x="8627" y="7856"/>
                    <a:pt x="8280" y="5129"/>
                  </a:cubicBezTo>
                  <a:cubicBezTo>
                    <a:pt x="8230" y="4683"/>
                    <a:pt x="8255" y="4237"/>
                    <a:pt x="8429" y="3790"/>
                  </a:cubicBezTo>
                  <a:cubicBezTo>
                    <a:pt x="8825" y="2675"/>
                    <a:pt x="8825" y="1435"/>
                    <a:pt x="8453" y="295"/>
                  </a:cubicBezTo>
                  <a:cubicBezTo>
                    <a:pt x="8374" y="116"/>
                    <a:pt x="8214" y="1"/>
                    <a:pt x="8039" y="1"/>
                  </a:cubicBezTo>
                  <a:cubicBezTo>
                    <a:pt x="7996" y="1"/>
                    <a:pt x="7952" y="8"/>
                    <a:pt x="7908" y="22"/>
                  </a:cubicBezTo>
                  <a:cubicBezTo>
                    <a:pt x="7164" y="270"/>
                    <a:pt x="6470" y="642"/>
                    <a:pt x="5851" y="1088"/>
                  </a:cubicBezTo>
                  <a:cubicBezTo>
                    <a:pt x="5640" y="1237"/>
                    <a:pt x="5398" y="1311"/>
                    <a:pt x="5160" y="1311"/>
                  </a:cubicBezTo>
                  <a:cubicBezTo>
                    <a:pt x="4921" y="1311"/>
                    <a:pt x="4685" y="1237"/>
                    <a:pt x="4487" y="1088"/>
                  </a:cubicBezTo>
                  <a:cubicBezTo>
                    <a:pt x="3843" y="642"/>
                    <a:pt x="3148" y="270"/>
                    <a:pt x="2405" y="22"/>
                  </a:cubicBezTo>
                  <a:cubicBezTo>
                    <a:pt x="2361" y="8"/>
                    <a:pt x="2317" y="1"/>
                    <a:pt x="2274" y="1"/>
                  </a:cubicBezTo>
                  <a:close/>
                </a:path>
              </a:pathLst>
            </a:custGeom>
            <a:solidFill>
              <a:srgbClr val="F3D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5"/>
            <p:cNvSpPr/>
            <p:nvPr/>
          </p:nvSpPr>
          <p:spPr>
            <a:xfrm>
              <a:off x="4792000" y="1957275"/>
              <a:ext cx="93600" cy="399750"/>
            </a:xfrm>
            <a:custGeom>
              <a:avLst/>
              <a:gdLst/>
              <a:ahLst/>
              <a:cxnLst/>
              <a:rect l="l" t="t" r="r" b="b"/>
              <a:pathLst>
                <a:path w="3744" h="15990" extrusionOk="0">
                  <a:moveTo>
                    <a:pt x="2258" y="1"/>
                  </a:moveTo>
                  <a:cubicBezTo>
                    <a:pt x="2090" y="1"/>
                    <a:pt x="1942" y="99"/>
                    <a:pt x="1884" y="273"/>
                  </a:cubicBezTo>
                  <a:cubicBezTo>
                    <a:pt x="1488" y="1414"/>
                    <a:pt x="1488" y="2653"/>
                    <a:pt x="1909" y="3793"/>
                  </a:cubicBezTo>
                  <a:cubicBezTo>
                    <a:pt x="2058" y="4215"/>
                    <a:pt x="2107" y="4661"/>
                    <a:pt x="2058" y="5107"/>
                  </a:cubicBezTo>
                  <a:cubicBezTo>
                    <a:pt x="1711" y="7834"/>
                    <a:pt x="446" y="13436"/>
                    <a:pt x="50" y="15122"/>
                  </a:cubicBezTo>
                  <a:cubicBezTo>
                    <a:pt x="0" y="15370"/>
                    <a:pt x="149" y="15643"/>
                    <a:pt x="422" y="15692"/>
                  </a:cubicBezTo>
                  <a:lnTo>
                    <a:pt x="1760" y="15990"/>
                  </a:lnTo>
                  <a:cubicBezTo>
                    <a:pt x="1760" y="15965"/>
                    <a:pt x="1760" y="15940"/>
                    <a:pt x="1760" y="15915"/>
                  </a:cubicBezTo>
                  <a:cubicBezTo>
                    <a:pt x="2132" y="14180"/>
                    <a:pt x="3347" y="8255"/>
                    <a:pt x="3694" y="5380"/>
                  </a:cubicBezTo>
                  <a:cubicBezTo>
                    <a:pt x="3743" y="4909"/>
                    <a:pt x="3694" y="4438"/>
                    <a:pt x="3545" y="3992"/>
                  </a:cubicBezTo>
                  <a:cubicBezTo>
                    <a:pt x="3173" y="2851"/>
                    <a:pt x="3148" y="1612"/>
                    <a:pt x="3471" y="447"/>
                  </a:cubicBezTo>
                  <a:cubicBezTo>
                    <a:pt x="3124" y="273"/>
                    <a:pt x="2777" y="124"/>
                    <a:pt x="2405" y="25"/>
                  </a:cubicBezTo>
                  <a:cubicBezTo>
                    <a:pt x="2355" y="9"/>
                    <a:pt x="2306" y="1"/>
                    <a:pt x="2258" y="1"/>
                  </a:cubicBezTo>
                  <a:close/>
                </a:path>
              </a:pathLst>
            </a:custGeom>
            <a:solidFill>
              <a:srgbClr val="EBBE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5"/>
            <p:cNvSpPr/>
            <p:nvPr/>
          </p:nvSpPr>
          <p:spPr>
            <a:xfrm>
              <a:off x="4783925" y="1877750"/>
              <a:ext cx="273950" cy="496075"/>
            </a:xfrm>
            <a:custGeom>
              <a:avLst/>
              <a:gdLst/>
              <a:ahLst/>
              <a:cxnLst/>
              <a:rect l="l" t="t" r="r" b="b"/>
              <a:pathLst>
                <a:path w="10958" h="19843" extrusionOk="0">
                  <a:moveTo>
                    <a:pt x="3248" y="579"/>
                  </a:moveTo>
                  <a:lnTo>
                    <a:pt x="3620" y="678"/>
                  </a:lnTo>
                  <a:cubicBezTo>
                    <a:pt x="3645" y="678"/>
                    <a:pt x="3645" y="703"/>
                    <a:pt x="3645" y="703"/>
                  </a:cubicBezTo>
                  <a:lnTo>
                    <a:pt x="3124" y="3033"/>
                  </a:lnTo>
                  <a:cubicBezTo>
                    <a:pt x="3000" y="2983"/>
                    <a:pt x="2852" y="2934"/>
                    <a:pt x="2703" y="2884"/>
                  </a:cubicBezTo>
                  <a:lnTo>
                    <a:pt x="3224" y="603"/>
                  </a:lnTo>
                  <a:cubicBezTo>
                    <a:pt x="3224" y="603"/>
                    <a:pt x="3248" y="579"/>
                    <a:pt x="3248" y="579"/>
                  </a:cubicBezTo>
                  <a:close/>
                  <a:moveTo>
                    <a:pt x="3273" y="1"/>
                  </a:moveTo>
                  <a:cubicBezTo>
                    <a:pt x="2987" y="1"/>
                    <a:pt x="2720" y="190"/>
                    <a:pt x="2653" y="479"/>
                  </a:cubicBezTo>
                  <a:lnTo>
                    <a:pt x="2058" y="3132"/>
                  </a:lnTo>
                  <a:cubicBezTo>
                    <a:pt x="2009" y="3182"/>
                    <a:pt x="1959" y="3281"/>
                    <a:pt x="1910" y="3355"/>
                  </a:cubicBezTo>
                  <a:cubicBezTo>
                    <a:pt x="1513" y="4570"/>
                    <a:pt x="1513" y="5859"/>
                    <a:pt x="1959" y="7073"/>
                  </a:cubicBezTo>
                  <a:cubicBezTo>
                    <a:pt x="2083" y="7445"/>
                    <a:pt x="2133" y="7867"/>
                    <a:pt x="2083" y="8263"/>
                  </a:cubicBezTo>
                  <a:cubicBezTo>
                    <a:pt x="1736" y="10965"/>
                    <a:pt x="472" y="16568"/>
                    <a:pt x="100" y="18229"/>
                  </a:cubicBezTo>
                  <a:cubicBezTo>
                    <a:pt x="1" y="18650"/>
                    <a:pt x="249" y="19072"/>
                    <a:pt x="670" y="19171"/>
                  </a:cubicBezTo>
                  <a:cubicBezTo>
                    <a:pt x="1809" y="19405"/>
                    <a:pt x="3433" y="19843"/>
                    <a:pt x="5521" y="19843"/>
                  </a:cubicBezTo>
                  <a:cubicBezTo>
                    <a:pt x="6525" y="19843"/>
                    <a:pt x="7636" y="19742"/>
                    <a:pt x="8851" y="19468"/>
                  </a:cubicBezTo>
                  <a:lnTo>
                    <a:pt x="10264" y="19171"/>
                  </a:lnTo>
                  <a:cubicBezTo>
                    <a:pt x="10685" y="19072"/>
                    <a:pt x="10958" y="18650"/>
                    <a:pt x="10859" y="18229"/>
                  </a:cubicBezTo>
                  <a:cubicBezTo>
                    <a:pt x="10660" y="17311"/>
                    <a:pt x="10239" y="15452"/>
                    <a:pt x="9818" y="13494"/>
                  </a:cubicBezTo>
                  <a:cubicBezTo>
                    <a:pt x="9795" y="13361"/>
                    <a:pt x="9673" y="13267"/>
                    <a:pt x="9541" y="13267"/>
                  </a:cubicBezTo>
                  <a:cubicBezTo>
                    <a:pt x="9526" y="13267"/>
                    <a:pt x="9511" y="13268"/>
                    <a:pt x="9495" y="13271"/>
                  </a:cubicBezTo>
                  <a:cubicBezTo>
                    <a:pt x="9322" y="13296"/>
                    <a:pt x="9223" y="13444"/>
                    <a:pt x="9247" y="13618"/>
                  </a:cubicBezTo>
                  <a:cubicBezTo>
                    <a:pt x="9669" y="15601"/>
                    <a:pt x="10090" y="17435"/>
                    <a:pt x="10289" y="18353"/>
                  </a:cubicBezTo>
                  <a:cubicBezTo>
                    <a:pt x="10313" y="18477"/>
                    <a:pt x="10264" y="18576"/>
                    <a:pt x="10140" y="18601"/>
                  </a:cubicBezTo>
                  <a:lnTo>
                    <a:pt x="9297" y="18774"/>
                  </a:lnTo>
                  <a:lnTo>
                    <a:pt x="8925" y="16171"/>
                  </a:lnTo>
                  <a:cubicBezTo>
                    <a:pt x="8903" y="16015"/>
                    <a:pt x="8801" y="15920"/>
                    <a:pt x="8654" y="15920"/>
                  </a:cubicBezTo>
                  <a:cubicBezTo>
                    <a:pt x="8638" y="15920"/>
                    <a:pt x="8621" y="15921"/>
                    <a:pt x="8603" y="15923"/>
                  </a:cubicBezTo>
                  <a:cubicBezTo>
                    <a:pt x="8454" y="15948"/>
                    <a:pt x="8355" y="16072"/>
                    <a:pt x="8355" y="16221"/>
                  </a:cubicBezTo>
                  <a:lnTo>
                    <a:pt x="8727" y="18898"/>
                  </a:lnTo>
                  <a:cubicBezTo>
                    <a:pt x="8330" y="18972"/>
                    <a:pt x="7934" y="19047"/>
                    <a:pt x="7537" y="19096"/>
                  </a:cubicBezTo>
                  <a:lnTo>
                    <a:pt x="7388" y="16171"/>
                  </a:lnTo>
                  <a:cubicBezTo>
                    <a:pt x="7388" y="16022"/>
                    <a:pt x="7239" y="15898"/>
                    <a:pt x="7091" y="15898"/>
                  </a:cubicBezTo>
                  <a:cubicBezTo>
                    <a:pt x="6942" y="15923"/>
                    <a:pt x="6818" y="16047"/>
                    <a:pt x="6818" y="16221"/>
                  </a:cubicBezTo>
                  <a:lnTo>
                    <a:pt x="6967" y="19171"/>
                  </a:lnTo>
                  <a:cubicBezTo>
                    <a:pt x="6570" y="19220"/>
                    <a:pt x="6174" y="19245"/>
                    <a:pt x="5777" y="19245"/>
                  </a:cubicBezTo>
                  <a:lnTo>
                    <a:pt x="5777" y="16196"/>
                  </a:lnTo>
                  <a:cubicBezTo>
                    <a:pt x="5777" y="15998"/>
                    <a:pt x="5628" y="15898"/>
                    <a:pt x="5479" y="15898"/>
                  </a:cubicBezTo>
                  <a:cubicBezTo>
                    <a:pt x="5331" y="15898"/>
                    <a:pt x="5182" y="15998"/>
                    <a:pt x="5182" y="16196"/>
                  </a:cubicBezTo>
                  <a:lnTo>
                    <a:pt x="5182" y="19245"/>
                  </a:lnTo>
                  <a:cubicBezTo>
                    <a:pt x="4785" y="19245"/>
                    <a:pt x="4389" y="19220"/>
                    <a:pt x="3992" y="19171"/>
                  </a:cubicBezTo>
                  <a:lnTo>
                    <a:pt x="4141" y="16221"/>
                  </a:lnTo>
                  <a:cubicBezTo>
                    <a:pt x="4167" y="16001"/>
                    <a:pt x="4004" y="15882"/>
                    <a:pt x="3846" y="15882"/>
                  </a:cubicBezTo>
                  <a:cubicBezTo>
                    <a:pt x="3700" y="15882"/>
                    <a:pt x="3559" y="15982"/>
                    <a:pt x="3571" y="16196"/>
                  </a:cubicBezTo>
                  <a:lnTo>
                    <a:pt x="3422" y="19121"/>
                  </a:lnTo>
                  <a:cubicBezTo>
                    <a:pt x="3025" y="19047"/>
                    <a:pt x="2629" y="18997"/>
                    <a:pt x="2232" y="18898"/>
                  </a:cubicBezTo>
                  <a:lnTo>
                    <a:pt x="2653" y="16246"/>
                  </a:lnTo>
                  <a:cubicBezTo>
                    <a:pt x="2681" y="16025"/>
                    <a:pt x="2517" y="15904"/>
                    <a:pt x="2353" y="15904"/>
                  </a:cubicBezTo>
                  <a:cubicBezTo>
                    <a:pt x="2222" y="15904"/>
                    <a:pt x="2091" y="15981"/>
                    <a:pt x="2058" y="16146"/>
                  </a:cubicBezTo>
                  <a:lnTo>
                    <a:pt x="1662" y="18774"/>
                  </a:lnTo>
                  <a:lnTo>
                    <a:pt x="794" y="18576"/>
                  </a:lnTo>
                  <a:cubicBezTo>
                    <a:pt x="695" y="18551"/>
                    <a:pt x="621" y="18452"/>
                    <a:pt x="645" y="18353"/>
                  </a:cubicBezTo>
                  <a:cubicBezTo>
                    <a:pt x="1042" y="16692"/>
                    <a:pt x="2306" y="11065"/>
                    <a:pt x="2653" y="8338"/>
                  </a:cubicBezTo>
                  <a:cubicBezTo>
                    <a:pt x="2703" y="7842"/>
                    <a:pt x="2653" y="7346"/>
                    <a:pt x="2505" y="6875"/>
                  </a:cubicBezTo>
                  <a:cubicBezTo>
                    <a:pt x="2108" y="5809"/>
                    <a:pt x="2108" y="4619"/>
                    <a:pt x="2455" y="3553"/>
                  </a:cubicBezTo>
                  <a:cubicBezTo>
                    <a:pt x="2474" y="3498"/>
                    <a:pt x="2534" y="3470"/>
                    <a:pt x="2584" y="3470"/>
                  </a:cubicBezTo>
                  <a:cubicBezTo>
                    <a:pt x="2601" y="3470"/>
                    <a:pt x="2616" y="3473"/>
                    <a:pt x="2629" y="3479"/>
                  </a:cubicBezTo>
                  <a:cubicBezTo>
                    <a:pt x="3348" y="3702"/>
                    <a:pt x="4017" y="4049"/>
                    <a:pt x="4612" y="4495"/>
                  </a:cubicBezTo>
                  <a:cubicBezTo>
                    <a:pt x="4872" y="4681"/>
                    <a:pt x="5176" y="4774"/>
                    <a:pt x="5476" y="4774"/>
                  </a:cubicBezTo>
                  <a:cubicBezTo>
                    <a:pt x="5777" y="4774"/>
                    <a:pt x="6074" y="4681"/>
                    <a:pt x="6322" y="4495"/>
                  </a:cubicBezTo>
                  <a:cubicBezTo>
                    <a:pt x="6942" y="4049"/>
                    <a:pt x="7611" y="3702"/>
                    <a:pt x="8305" y="3479"/>
                  </a:cubicBezTo>
                  <a:cubicBezTo>
                    <a:pt x="8324" y="3473"/>
                    <a:pt x="8343" y="3470"/>
                    <a:pt x="8360" y="3470"/>
                  </a:cubicBezTo>
                  <a:cubicBezTo>
                    <a:pt x="8414" y="3470"/>
                    <a:pt x="8460" y="3498"/>
                    <a:pt x="8479" y="3553"/>
                  </a:cubicBezTo>
                  <a:cubicBezTo>
                    <a:pt x="8851" y="4619"/>
                    <a:pt x="8851" y="5809"/>
                    <a:pt x="8454" y="6875"/>
                  </a:cubicBezTo>
                  <a:cubicBezTo>
                    <a:pt x="8305" y="7346"/>
                    <a:pt x="8231" y="7842"/>
                    <a:pt x="8305" y="8338"/>
                  </a:cubicBezTo>
                  <a:cubicBezTo>
                    <a:pt x="8405" y="9255"/>
                    <a:pt x="8653" y="10569"/>
                    <a:pt x="8975" y="12279"/>
                  </a:cubicBezTo>
                  <a:cubicBezTo>
                    <a:pt x="9006" y="12435"/>
                    <a:pt x="9124" y="12504"/>
                    <a:pt x="9245" y="12504"/>
                  </a:cubicBezTo>
                  <a:cubicBezTo>
                    <a:pt x="9414" y="12504"/>
                    <a:pt x="9588" y="12371"/>
                    <a:pt x="9545" y="12155"/>
                  </a:cubicBezTo>
                  <a:cubicBezTo>
                    <a:pt x="9223" y="10470"/>
                    <a:pt x="9000" y="9156"/>
                    <a:pt x="8876" y="8263"/>
                  </a:cubicBezTo>
                  <a:cubicBezTo>
                    <a:pt x="8826" y="7842"/>
                    <a:pt x="8876" y="7445"/>
                    <a:pt x="9000" y="7049"/>
                  </a:cubicBezTo>
                  <a:cubicBezTo>
                    <a:pt x="9446" y="5859"/>
                    <a:pt x="9446" y="4545"/>
                    <a:pt x="9024" y="3355"/>
                  </a:cubicBezTo>
                  <a:cubicBezTo>
                    <a:pt x="9000" y="3256"/>
                    <a:pt x="8950" y="3182"/>
                    <a:pt x="8900" y="3107"/>
                  </a:cubicBezTo>
                  <a:lnTo>
                    <a:pt x="8727" y="2363"/>
                  </a:lnTo>
                  <a:cubicBezTo>
                    <a:pt x="8686" y="2220"/>
                    <a:pt x="8577" y="2128"/>
                    <a:pt x="8457" y="2128"/>
                  </a:cubicBezTo>
                  <a:cubicBezTo>
                    <a:pt x="8432" y="2128"/>
                    <a:pt x="8406" y="2132"/>
                    <a:pt x="8380" y="2140"/>
                  </a:cubicBezTo>
                  <a:cubicBezTo>
                    <a:pt x="8231" y="2165"/>
                    <a:pt x="8132" y="2314"/>
                    <a:pt x="8157" y="2487"/>
                  </a:cubicBezTo>
                  <a:lnTo>
                    <a:pt x="8256" y="2884"/>
                  </a:lnTo>
                  <a:cubicBezTo>
                    <a:pt x="8182" y="2909"/>
                    <a:pt x="8107" y="2909"/>
                    <a:pt x="8033" y="2934"/>
                  </a:cubicBezTo>
                  <a:lnTo>
                    <a:pt x="7834" y="3033"/>
                  </a:lnTo>
                  <a:lnTo>
                    <a:pt x="7314" y="703"/>
                  </a:lnTo>
                  <a:cubicBezTo>
                    <a:pt x="7314" y="678"/>
                    <a:pt x="7314" y="678"/>
                    <a:pt x="7339" y="678"/>
                  </a:cubicBezTo>
                  <a:lnTo>
                    <a:pt x="7710" y="579"/>
                  </a:lnTo>
                  <a:cubicBezTo>
                    <a:pt x="7710" y="579"/>
                    <a:pt x="7735" y="579"/>
                    <a:pt x="7735" y="603"/>
                  </a:cubicBezTo>
                  <a:lnTo>
                    <a:pt x="7859" y="1149"/>
                  </a:lnTo>
                  <a:cubicBezTo>
                    <a:pt x="7880" y="1292"/>
                    <a:pt x="8002" y="1385"/>
                    <a:pt x="8127" y="1385"/>
                  </a:cubicBezTo>
                  <a:cubicBezTo>
                    <a:pt x="8154" y="1385"/>
                    <a:pt x="8180" y="1381"/>
                    <a:pt x="8206" y="1372"/>
                  </a:cubicBezTo>
                  <a:cubicBezTo>
                    <a:pt x="8355" y="1347"/>
                    <a:pt x="8454" y="1174"/>
                    <a:pt x="8429" y="1025"/>
                  </a:cubicBezTo>
                  <a:lnTo>
                    <a:pt x="8305" y="479"/>
                  </a:lnTo>
                  <a:cubicBezTo>
                    <a:pt x="8239" y="190"/>
                    <a:pt x="7972" y="1"/>
                    <a:pt x="7686" y="1"/>
                  </a:cubicBezTo>
                  <a:cubicBezTo>
                    <a:pt x="7653" y="1"/>
                    <a:pt x="7620" y="3"/>
                    <a:pt x="7587" y="8"/>
                  </a:cubicBezTo>
                  <a:lnTo>
                    <a:pt x="7190" y="108"/>
                  </a:lnTo>
                  <a:cubicBezTo>
                    <a:pt x="6868" y="182"/>
                    <a:pt x="6669" y="504"/>
                    <a:pt x="6744" y="827"/>
                  </a:cubicBezTo>
                  <a:lnTo>
                    <a:pt x="7289" y="3256"/>
                  </a:lnTo>
                  <a:cubicBezTo>
                    <a:pt x="6818" y="3454"/>
                    <a:pt x="6397" y="3727"/>
                    <a:pt x="5975" y="4024"/>
                  </a:cubicBezTo>
                  <a:cubicBezTo>
                    <a:pt x="5826" y="4136"/>
                    <a:pt x="5653" y="4192"/>
                    <a:pt x="5479" y="4192"/>
                  </a:cubicBezTo>
                  <a:cubicBezTo>
                    <a:pt x="5306" y="4192"/>
                    <a:pt x="5132" y="4136"/>
                    <a:pt x="4984" y="4024"/>
                  </a:cubicBezTo>
                  <a:cubicBezTo>
                    <a:pt x="4562" y="3727"/>
                    <a:pt x="4141" y="3454"/>
                    <a:pt x="3670" y="3256"/>
                  </a:cubicBezTo>
                  <a:lnTo>
                    <a:pt x="4215" y="827"/>
                  </a:lnTo>
                  <a:cubicBezTo>
                    <a:pt x="4265" y="504"/>
                    <a:pt x="4066" y="182"/>
                    <a:pt x="3744" y="108"/>
                  </a:cubicBezTo>
                  <a:lnTo>
                    <a:pt x="3372" y="8"/>
                  </a:lnTo>
                  <a:cubicBezTo>
                    <a:pt x="3339" y="3"/>
                    <a:pt x="3306" y="1"/>
                    <a:pt x="3273" y="1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1" name="Google Shape;651;p35"/>
          <p:cNvGrpSpPr/>
          <p:nvPr/>
        </p:nvGrpSpPr>
        <p:grpSpPr>
          <a:xfrm>
            <a:off x="2072346" y="2923467"/>
            <a:ext cx="370233" cy="370214"/>
            <a:chOff x="6890425" y="3235175"/>
            <a:chExt cx="495825" cy="495800"/>
          </a:xfrm>
        </p:grpSpPr>
        <p:sp>
          <p:nvSpPr>
            <p:cNvPr id="652" name="Google Shape;652;p35"/>
            <p:cNvSpPr/>
            <p:nvPr/>
          </p:nvSpPr>
          <p:spPr>
            <a:xfrm>
              <a:off x="6938150" y="3289100"/>
              <a:ext cx="397900" cy="411525"/>
            </a:xfrm>
            <a:custGeom>
              <a:avLst/>
              <a:gdLst/>
              <a:ahLst/>
              <a:cxnLst/>
              <a:rect l="l" t="t" r="r" b="b"/>
              <a:pathLst>
                <a:path w="15916" h="16461" extrusionOk="0">
                  <a:moveTo>
                    <a:pt x="3769" y="0"/>
                  </a:moveTo>
                  <a:lnTo>
                    <a:pt x="3422" y="99"/>
                  </a:lnTo>
                  <a:lnTo>
                    <a:pt x="1" y="7239"/>
                  </a:lnTo>
                  <a:lnTo>
                    <a:pt x="1" y="9618"/>
                  </a:lnTo>
                  <a:lnTo>
                    <a:pt x="3199" y="16287"/>
                  </a:lnTo>
                  <a:lnTo>
                    <a:pt x="3620" y="16460"/>
                  </a:lnTo>
                  <a:lnTo>
                    <a:pt x="12445" y="16460"/>
                  </a:lnTo>
                  <a:lnTo>
                    <a:pt x="12891" y="16312"/>
                  </a:lnTo>
                  <a:lnTo>
                    <a:pt x="15916" y="9296"/>
                  </a:lnTo>
                  <a:lnTo>
                    <a:pt x="15916" y="7239"/>
                  </a:lnTo>
                  <a:lnTo>
                    <a:pt x="12643" y="322"/>
                  </a:lnTo>
                  <a:lnTo>
                    <a:pt x="122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5"/>
            <p:cNvSpPr/>
            <p:nvPr/>
          </p:nvSpPr>
          <p:spPr>
            <a:xfrm>
              <a:off x="6938150" y="3288475"/>
              <a:ext cx="123350" cy="412150"/>
            </a:xfrm>
            <a:custGeom>
              <a:avLst/>
              <a:gdLst/>
              <a:ahLst/>
              <a:cxnLst/>
              <a:rect l="l" t="t" r="r" b="b"/>
              <a:pathLst>
                <a:path w="4934" h="16486" extrusionOk="0">
                  <a:moveTo>
                    <a:pt x="3769" y="0"/>
                  </a:moveTo>
                  <a:lnTo>
                    <a:pt x="3422" y="124"/>
                  </a:lnTo>
                  <a:lnTo>
                    <a:pt x="1" y="7264"/>
                  </a:lnTo>
                  <a:lnTo>
                    <a:pt x="1" y="9668"/>
                  </a:lnTo>
                  <a:lnTo>
                    <a:pt x="3199" y="16312"/>
                  </a:lnTo>
                  <a:lnTo>
                    <a:pt x="3620" y="16485"/>
                  </a:lnTo>
                  <a:lnTo>
                    <a:pt x="4810" y="16485"/>
                  </a:lnTo>
                  <a:cubicBezTo>
                    <a:pt x="4512" y="14899"/>
                    <a:pt x="3793" y="12048"/>
                    <a:pt x="2257" y="9817"/>
                  </a:cubicBezTo>
                  <a:cubicBezTo>
                    <a:pt x="2207" y="9743"/>
                    <a:pt x="2207" y="9619"/>
                    <a:pt x="2232" y="9519"/>
                  </a:cubicBezTo>
                  <a:cubicBezTo>
                    <a:pt x="2306" y="9346"/>
                    <a:pt x="2356" y="9123"/>
                    <a:pt x="2356" y="8924"/>
                  </a:cubicBezTo>
                  <a:lnTo>
                    <a:pt x="2356" y="7660"/>
                  </a:lnTo>
                  <a:cubicBezTo>
                    <a:pt x="2356" y="7462"/>
                    <a:pt x="2306" y="7264"/>
                    <a:pt x="2257" y="7090"/>
                  </a:cubicBezTo>
                  <a:cubicBezTo>
                    <a:pt x="2207" y="6991"/>
                    <a:pt x="2207" y="6867"/>
                    <a:pt x="2281" y="6793"/>
                  </a:cubicBezTo>
                  <a:cubicBezTo>
                    <a:pt x="4388" y="3917"/>
                    <a:pt x="4909" y="446"/>
                    <a:pt x="4934" y="273"/>
                  </a:cubicBezTo>
                  <a:cubicBezTo>
                    <a:pt x="4934" y="174"/>
                    <a:pt x="4934" y="99"/>
                    <a:pt x="4934" y="0"/>
                  </a:cubicBez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5"/>
            <p:cNvSpPr/>
            <p:nvPr/>
          </p:nvSpPr>
          <p:spPr>
            <a:xfrm>
              <a:off x="6940025" y="3328125"/>
              <a:ext cx="179750" cy="149400"/>
            </a:xfrm>
            <a:custGeom>
              <a:avLst/>
              <a:gdLst/>
              <a:ahLst/>
              <a:cxnLst/>
              <a:rect l="l" t="t" r="r" b="b"/>
              <a:pathLst>
                <a:path w="7190" h="5976" extrusionOk="0">
                  <a:moveTo>
                    <a:pt x="3099" y="1"/>
                  </a:moveTo>
                  <a:cubicBezTo>
                    <a:pt x="2677" y="1513"/>
                    <a:pt x="1785" y="3918"/>
                    <a:pt x="0" y="5678"/>
                  </a:cubicBezTo>
                  <a:lnTo>
                    <a:pt x="347" y="5678"/>
                  </a:lnTo>
                  <a:cubicBezTo>
                    <a:pt x="545" y="5678"/>
                    <a:pt x="719" y="5802"/>
                    <a:pt x="793" y="5975"/>
                  </a:cubicBezTo>
                  <a:lnTo>
                    <a:pt x="6991" y="5975"/>
                  </a:lnTo>
                  <a:cubicBezTo>
                    <a:pt x="7115" y="5975"/>
                    <a:pt x="7189" y="5901"/>
                    <a:pt x="7189" y="5777"/>
                  </a:cubicBezTo>
                  <a:lnTo>
                    <a:pt x="7189" y="199"/>
                  </a:lnTo>
                  <a:cubicBezTo>
                    <a:pt x="7189" y="75"/>
                    <a:pt x="7115" y="1"/>
                    <a:pt x="6991" y="1"/>
                  </a:cubicBezTo>
                  <a:close/>
                </a:path>
              </a:pathLst>
            </a:custGeom>
            <a:solidFill>
              <a:srgbClr val="E183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5"/>
            <p:cNvSpPr/>
            <p:nvPr/>
          </p:nvSpPr>
          <p:spPr>
            <a:xfrm>
              <a:off x="6940025" y="3327500"/>
              <a:ext cx="114675" cy="150025"/>
            </a:xfrm>
            <a:custGeom>
              <a:avLst/>
              <a:gdLst/>
              <a:ahLst/>
              <a:cxnLst/>
              <a:rect l="l" t="t" r="r" b="b"/>
              <a:pathLst>
                <a:path w="4587" h="6001" extrusionOk="0">
                  <a:moveTo>
                    <a:pt x="4561" y="1"/>
                  </a:moveTo>
                  <a:cubicBezTo>
                    <a:pt x="4559" y="9"/>
                    <a:pt x="4557" y="18"/>
                    <a:pt x="4555" y="26"/>
                  </a:cubicBezTo>
                  <a:lnTo>
                    <a:pt x="4586" y="26"/>
                  </a:lnTo>
                  <a:lnTo>
                    <a:pt x="4561" y="1"/>
                  </a:lnTo>
                  <a:close/>
                  <a:moveTo>
                    <a:pt x="3099" y="26"/>
                  </a:moveTo>
                  <a:cubicBezTo>
                    <a:pt x="2677" y="1538"/>
                    <a:pt x="1785" y="3943"/>
                    <a:pt x="0" y="5703"/>
                  </a:cubicBezTo>
                  <a:lnTo>
                    <a:pt x="347" y="5703"/>
                  </a:lnTo>
                  <a:cubicBezTo>
                    <a:pt x="545" y="5703"/>
                    <a:pt x="719" y="5827"/>
                    <a:pt x="793" y="6000"/>
                  </a:cubicBezTo>
                  <a:lnTo>
                    <a:pt x="2256" y="6000"/>
                  </a:lnTo>
                  <a:cubicBezTo>
                    <a:pt x="2256" y="5851"/>
                    <a:pt x="2206" y="5678"/>
                    <a:pt x="2157" y="5529"/>
                  </a:cubicBezTo>
                  <a:cubicBezTo>
                    <a:pt x="2107" y="5405"/>
                    <a:pt x="2132" y="5306"/>
                    <a:pt x="2206" y="5207"/>
                  </a:cubicBezTo>
                  <a:cubicBezTo>
                    <a:pt x="3292" y="3652"/>
                    <a:pt x="4108" y="1876"/>
                    <a:pt x="4555" y="26"/>
                  </a:cubicBezTo>
                  <a:close/>
                </a:path>
              </a:pathLst>
            </a:custGeom>
            <a:solidFill>
              <a:srgbClr val="F08A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5"/>
            <p:cNvSpPr/>
            <p:nvPr/>
          </p:nvSpPr>
          <p:spPr>
            <a:xfrm>
              <a:off x="6940625" y="3514050"/>
              <a:ext cx="180375" cy="150000"/>
            </a:xfrm>
            <a:custGeom>
              <a:avLst/>
              <a:gdLst/>
              <a:ahLst/>
              <a:cxnLst/>
              <a:rect l="l" t="t" r="r" b="b"/>
              <a:pathLst>
                <a:path w="7215" h="6000" extrusionOk="0">
                  <a:moveTo>
                    <a:pt x="769" y="1"/>
                  </a:moveTo>
                  <a:cubicBezTo>
                    <a:pt x="695" y="174"/>
                    <a:pt x="521" y="298"/>
                    <a:pt x="348" y="298"/>
                  </a:cubicBezTo>
                  <a:lnTo>
                    <a:pt x="1" y="298"/>
                  </a:lnTo>
                  <a:cubicBezTo>
                    <a:pt x="1538" y="1860"/>
                    <a:pt x="2430" y="4215"/>
                    <a:pt x="2901" y="6000"/>
                  </a:cubicBezTo>
                  <a:lnTo>
                    <a:pt x="7016" y="6000"/>
                  </a:lnTo>
                  <a:cubicBezTo>
                    <a:pt x="7115" y="6000"/>
                    <a:pt x="7215" y="5901"/>
                    <a:pt x="7215" y="5801"/>
                  </a:cubicBezTo>
                  <a:lnTo>
                    <a:pt x="7215" y="224"/>
                  </a:lnTo>
                  <a:cubicBezTo>
                    <a:pt x="7215" y="100"/>
                    <a:pt x="7115" y="25"/>
                    <a:pt x="7016" y="1"/>
                  </a:cubicBezTo>
                  <a:close/>
                </a:path>
              </a:pathLst>
            </a:custGeom>
            <a:solidFill>
              <a:srgbClr val="E183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5"/>
            <p:cNvSpPr/>
            <p:nvPr/>
          </p:nvSpPr>
          <p:spPr>
            <a:xfrm>
              <a:off x="6940625" y="3514050"/>
              <a:ext cx="109725" cy="150000"/>
            </a:xfrm>
            <a:custGeom>
              <a:avLst/>
              <a:gdLst/>
              <a:ahLst/>
              <a:cxnLst/>
              <a:rect l="l" t="t" r="r" b="b"/>
              <a:pathLst>
                <a:path w="4389" h="6000" extrusionOk="0">
                  <a:moveTo>
                    <a:pt x="769" y="1"/>
                  </a:moveTo>
                  <a:cubicBezTo>
                    <a:pt x="695" y="174"/>
                    <a:pt x="521" y="298"/>
                    <a:pt x="348" y="298"/>
                  </a:cubicBezTo>
                  <a:lnTo>
                    <a:pt x="1" y="298"/>
                  </a:lnTo>
                  <a:cubicBezTo>
                    <a:pt x="1538" y="1860"/>
                    <a:pt x="2430" y="4215"/>
                    <a:pt x="2901" y="6000"/>
                  </a:cubicBezTo>
                  <a:lnTo>
                    <a:pt x="4389" y="6000"/>
                  </a:lnTo>
                  <a:cubicBezTo>
                    <a:pt x="3942" y="4140"/>
                    <a:pt x="3199" y="2380"/>
                    <a:pt x="2158" y="794"/>
                  </a:cubicBezTo>
                  <a:cubicBezTo>
                    <a:pt x="2108" y="720"/>
                    <a:pt x="2108" y="596"/>
                    <a:pt x="2133" y="496"/>
                  </a:cubicBezTo>
                  <a:cubicBezTo>
                    <a:pt x="2207" y="348"/>
                    <a:pt x="2232" y="174"/>
                    <a:pt x="2257" y="1"/>
                  </a:cubicBezTo>
                  <a:close/>
                </a:path>
              </a:pathLst>
            </a:custGeom>
            <a:solidFill>
              <a:srgbClr val="F08A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5"/>
            <p:cNvSpPr/>
            <p:nvPr/>
          </p:nvSpPr>
          <p:spPr>
            <a:xfrm>
              <a:off x="7156925" y="3328125"/>
              <a:ext cx="182225" cy="150000"/>
            </a:xfrm>
            <a:custGeom>
              <a:avLst/>
              <a:gdLst/>
              <a:ahLst/>
              <a:cxnLst/>
              <a:rect l="l" t="t" r="r" b="b"/>
              <a:pathLst>
                <a:path w="7289" h="6000" extrusionOk="0">
                  <a:moveTo>
                    <a:pt x="224" y="1"/>
                  </a:moveTo>
                  <a:cubicBezTo>
                    <a:pt x="100" y="1"/>
                    <a:pt x="0" y="100"/>
                    <a:pt x="25" y="199"/>
                  </a:cubicBezTo>
                  <a:lnTo>
                    <a:pt x="25" y="5777"/>
                  </a:lnTo>
                  <a:cubicBezTo>
                    <a:pt x="0" y="5901"/>
                    <a:pt x="100" y="6000"/>
                    <a:pt x="224" y="6000"/>
                  </a:cubicBezTo>
                  <a:lnTo>
                    <a:pt x="6495" y="6000"/>
                  </a:lnTo>
                  <a:cubicBezTo>
                    <a:pt x="6570" y="5802"/>
                    <a:pt x="6743" y="5678"/>
                    <a:pt x="6942" y="5678"/>
                  </a:cubicBezTo>
                  <a:lnTo>
                    <a:pt x="7289" y="5678"/>
                  </a:lnTo>
                  <a:cubicBezTo>
                    <a:pt x="5504" y="3918"/>
                    <a:pt x="4611" y="1513"/>
                    <a:pt x="4190" y="1"/>
                  </a:cubicBezTo>
                  <a:close/>
                </a:path>
              </a:pathLst>
            </a:custGeom>
            <a:solidFill>
              <a:srgbClr val="E183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5"/>
            <p:cNvSpPr/>
            <p:nvPr/>
          </p:nvSpPr>
          <p:spPr>
            <a:xfrm>
              <a:off x="7156925" y="3514050"/>
              <a:ext cx="182225" cy="150000"/>
            </a:xfrm>
            <a:custGeom>
              <a:avLst/>
              <a:gdLst/>
              <a:ahLst/>
              <a:cxnLst/>
              <a:rect l="l" t="t" r="r" b="b"/>
              <a:pathLst>
                <a:path w="7289" h="6000" extrusionOk="0">
                  <a:moveTo>
                    <a:pt x="224" y="1"/>
                  </a:moveTo>
                  <a:cubicBezTo>
                    <a:pt x="100" y="1"/>
                    <a:pt x="0" y="100"/>
                    <a:pt x="25" y="224"/>
                  </a:cubicBezTo>
                  <a:lnTo>
                    <a:pt x="25" y="5801"/>
                  </a:lnTo>
                  <a:cubicBezTo>
                    <a:pt x="25" y="5901"/>
                    <a:pt x="100" y="6000"/>
                    <a:pt x="224" y="6000"/>
                  </a:cubicBezTo>
                  <a:lnTo>
                    <a:pt x="4388" y="6000"/>
                  </a:lnTo>
                  <a:cubicBezTo>
                    <a:pt x="4859" y="4215"/>
                    <a:pt x="5727" y="1860"/>
                    <a:pt x="7289" y="298"/>
                  </a:cubicBezTo>
                  <a:lnTo>
                    <a:pt x="6942" y="298"/>
                  </a:lnTo>
                  <a:cubicBezTo>
                    <a:pt x="6743" y="298"/>
                    <a:pt x="6570" y="174"/>
                    <a:pt x="6495" y="1"/>
                  </a:cubicBezTo>
                  <a:close/>
                </a:path>
              </a:pathLst>
            </a:custGeom>
            <a:solidFill>
              <a:srgbClr val="E183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5"/>
            <p:cNvSpPr/>
            <p:nvPr/>
          </p:nvSpPr>
          <p:spPr>
            <a:xfrm>
              <a:off x="7156925" y="3328125"/>
              <a:ext cx="38450" cy="150000"/>
            </a:xfrm>
            <a:custGeom>
              <a:avLst/>
              <a:gdLst/>
              <a:ahLst/>
              <a:cxnLst/>
              <a:rect l="l" t="t" r="r" b="b"/>
              <a:pathLst>
                <a:path w="1538" h="6000" extrusionOk="0">
                  <a:moveTo>
                    <a:pt x="224" y="1"/>
                  </a:moveTo>
                  <a:cubicBezTo>
                    <a:pt x="100" y="1"/>
                    <a:pt x="0" y="100"/>
                    <a:pt x="25" y="199"/>
                  </a:cubicBezTo>
                  <a:lnTo>
                    <a:pt x="25" y="5777"/>
                  </a:lnTo>
                  <a:cubicBezTo>
                    <a:pt x="0" y="5901"/>
                    <a:pt x="100" y="6000"/>
                    <a:pt x="224" y="6000"/>
                  </a:cubicBezTo>
                  <a:lnTo>
                    <a:pt x="1537" y="6000"/>
                  </a:lnTo>
                  <a:cubicBezTo>
                    <a:pt x="1413" y="6000"/>
                    <a:pt x="1339" y="5901"/>
                    <a:pt x="1339" y="5777"/>
                  </a:cubicBezTo>
                  <a:lnTo>
                    <a:pt x="1314" y="5777"/>
                  </a:lnTo>
                  <a:lnTo>
                    <a:pt x="1314" y="199"/>
                  </a:lnTo>
                  <a:cubicBezTo>
                    <a:pt x="1314" y="100"/>
                    <a:pt x="1413" y="1"/>
                    <a:pt x="1513" y="1"/>
                  </a:cubicBezTo>
                  <a:close/>
                </a:path>
              </a:pathLst>
            </a:custGeom>
            <a:solidFill>
              <a:srgbClr val="F08A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5"/>
            <p:cNvSpPr/>
            <p:nvPr/>
          </p:nvSpPr>
          <p:spPr>
            <a:xfrm>
              <a:off x="7156925" y="3514050"/>
              <a:ext cx="38450" cy="150000"/>
            </a:xfrm>
            <a:custGeom>
              <a:avLst/>
              <a:gdLst/>
              <a:ahLst/>
              <a:cxnLst/>
              <a:rect l="l" t="t" r="r" b="b"/>
              <a:pathLst>
                <a:path w="1538" h="6000" extrusionOk="0">
                  <a:moveTo>
                    <a:pt x="224" y="1"/>
                  </a:moveTo>
                  <a:cubicBezTo>
                    <a:pt x="100" y="25"/>
                    <a:pt x="0" y="100"/>
                    <a:pt x="25" y="224"/>
                  </a:cubicBezTo>
                  <a:lnTo>
                    <a:pt x="25" y="5801"/>
                  </a:lnTo>
                  <a:cubicBezTo>
                    <a:pt x="25" y="5901"/>
                    <a:pt x="100" y="6000"/>
                    <a:pt x="224" y="6000"/>
                  </a:cubicBezTo>
                  <a:lnTo>
                    <a:pt x="1537" y="6000"/>
                  </a:lnTo>
                  <a:cubicBezTo>
                    <a:pt x="1413" y="6000"/>
                    <a:pt x="1339" y="5901"/>
                    <a:pt x="1339" y="5801"/>
                  </a:cubicBezTo>
                  <a:lnTo>
                    <a:pt x="1314" y="5801"/>
                  </a:lnTo>
                  <a:lnTo>
                    <a:pt x="1314" y="224"/>
                  </a:lnTo>
                  <a:cubicBezTo>
                    <a:pt x="1314" y="100"/>
                    <a:pt x="1413" y="25"/>
                    <a:pt x="1513" y="1"/>
                  </a:cubicBezTo>
                  <a:close/>
                </a:path>
              </a:pathLst>
            </a:custGeom>
            <a:solidFill>
              <a:srgbClr val="F08A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5"/>
            <p:cNvSpPr/>
            <p:nvPr/>
          </p:nvSpPr>
          <p:spPr>
            <a:xfrm>
              <a:off x="7244925" y="3289100"/>
              <a:ext cx="111575" cy="180975"/>
            </a:xfrm>
            <a:custGeom>
              <a:avLst/>
              <a:gdLst/>
              <a:ahLst/>
              <a:cxnLst/>
              <a:rect l="l" t="t" r="r" b="b"/>
              <a:pathLst>
                <a:path w="4463" h="7239" extrusionOk="0">
                  <a:moveTo>
                    <a:pt x="273" y="0"/>
                  </a:moveTo>
                  <a:lnTo>
                    <a:pt x="1" y="99"/>
                  </a:lnTo>
                  <a:cubicBezTo>
                    <a:pt x="1" y="99"/>
                    <a:pt x="620" y="4462"/>
                    <a:pt x="3422" y="7239"/>
                  </a:cubicBezTo>
                  <a:lnTo>
                    <a:pt x="4463" y="7239"/>
                  </a:lnTo>
                  <a:lnTo>
                    <a:pt x="4463" y="620"/>
                  </a:lnTo>
                  <a:lnTo>
                    <a:pt x="4339" y="347"/>
                  </a:lnTo>
                  <a:lnTo>
                    <a:pt x="4066" y="0"/>
                  </a:lnTo>
                  <a:close/>
                </a:path>
              </a:pathLst>
            </a:custGeom>
            <a:solidFill>
              <a:srgbClr val="CCE9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5"/>
            <p:cNvSpPr/>
            <p:nvPr/>
          </p:nvSpPr>
          <p:spPr>
            <a:xfrm>
              <a:off x="7244925" y="3289100"/>
              <a:ext cx="111575" cy="180975"/>
            </a:xfrm>
            <a:custGeom>
              <a:avLst/>
              <a:gdLst/>
              <a:ahLst/>
              <a:cxnLst/>
              <a:rect l="l" t="t" r="r" b="b"/>
              <a:pathLst>
                <a:path w="4463" h="7239" extrusionOk="0">
                  <a:moveTo>
                    <a:pt x="273" y="0"/>
                  </a:moveTo>
                  <a:lnTo>
                    <a:pt x="1" y="99"/>
                  </a:lnTo>
                  <a:cubicBezTo>
                    <a:pt x="1" y="99"/>
                    <a:pt x="620" y="4462"/>
                    <a:pt x="3422" y="7239"/>
                  </a:cubicBezTo>
                  <a:lnTo>
                    <a:pt x="4463" y="7239"/>
                  </a:lnTo>
                  <a:lnTo>
                    <a:pt x="4463" y="6842"/>
                  </a:lnTo>
                  <a:cubicBezTo>
                    <a:pt x="1984" y="4090"/>
                    <a:pt x="1414" y="99"/>
                    <a:pt x="1414" y="99"/>
                  </a:cubicBezTo>
                  <a:lnTo>
                    <a:pt x="1686" y="0"/>
                  </a:lnTo>
                  <a:close/>
                </a:path>
              </a:pathLst>
            </a:custGeom>
            <a:solidFill>
              <a:srgbClr val="A3D9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5"/>
            <p:cNvSpPr/>
            <p:nvPr/>
          </p:nvSpPr>
          <p:spPr>
            <a:xfrm>
              <a:off x="7245550" y="3521500"/>
              <a:ext cx="110950" cy="202050"/>
            </a:xfrm>
            <a:custGeom>
              <a:avLst/>
              <a:gdLst/>
              <a:ahLst/>
              <a:cxnLst/>
              <a:rect l="l" t="t" r="r" b="b"/>
              <a:pathLst>
                <a:path w="4438" h="8082" extrusionOk="0">
                  <a:moveTo>
                    <a:pt x="3397" y="0"/>
                  </a:moveTo>
                  <a:cubicBezTo>
                    <a:pt x="1017" y="2355"/>
                    <a:pt x="223" y="6644"/>
                    <a:pt x="25" y="7784"/>
                  </a:cubicBezTo>
                  <a:cubicBezTo>
                    <a:pt x="0" y="7933"/>
                    <a:pt x="124" y="8081"/>
                    <a:pt x="298" y="8081"/>
                  </a:cubicBezTo>
                  <a:lnTo>
                    <a:pt x="4165" y="8081"/>
                  </a:lnTo>
                  <a:cubicBezTo>
                    <a:pt x="4314" y="8081"/>
                    <a:pt x="4438" y="7982"/>
                    <a:pt x="4438" y="7834"/>
                  </a:cubicBezTo>
                  <a:lnTo>
                    <a:pt x="4438" y="0"/>
                  </a:lnTo>
                  <a:close/>
                </a:path>
              </a:pathLst>
            </a:custGeom>
            <a:solidFill>
              <a:srgbClr val="CCE9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5"/>
            <p:cNvSpPr/>
            <p:nvPr/>
          </p:nvSpPr>
          <p:spPr>
            <a:xfrm>
              <a:off x="7245550" y="3521500"/>
              <a:ext cx="110950" cy="202050"/>
            </a:xfrm>
            <a:custGeom>
              <a:avLst/>
              <a:gdLst/>
              <a:ahLst/>
              <a:cxnLst/>
              <a:rect l="l" t="t" r="r" b="b"/>
              <a:pathLst>
                <a:path w="4438" h="8082" extrusionOk="0">
                  <a:moveTo>
                    <a:pt x="3397" y="0"/>
                  </a:moveTo>
                  <a:cubicBezTo>
                    <a:pt x="1017" y="2355"/>
                    <a:pt x="223" y="6644"/>
                    <a:pt x="25" y="7784"/>
                  </a:cubicBezTo>
                  <a:cubicBezTo>
                    <a:pt x="0" y="7933"/>
                    <a:pt x="124" y="8081"/>
                    <a:pt x="298" y="8081"/>
                  </a:cubicBezTo>
                  <a:lnTo>
                    <a:pt x="1711" y="8081"/>
                  </a:lnTo>
                  <a:cubicBezTo>
                    <a:pt x="1537" y="8081"/>
                    <a:pt x="1413" y="7933"/>
                    <a:pt x="1438" y="7784"/>
                  </a:cubicBezTo>
                  <a:cubicBezTo>
                    <a:pt x="1612" y="6693"/>
                    <a:pt x="2355" y="2801"/>
                    <a:pt x="4438" y="397"/>
                  </a:cubicBezTo>
                  <a:lnTo>
                    <a:pt x="4438" y="0"/>
                  </a:lnTo>
                  <a:close/>
                </a:path>
              </a:pathLst>
            </a:custGeom>
            <a:solidFill>
              <a:srgbClr val="A3D9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5"/>
            <p:cNvSpPr/>
            <p:nvPr/>
          </p:nvSpPr>
          <p:spPr>
            <a:xfrm>
              <a:off x="6920800" y="3289100"/>
              <a:ext cx="111575" cy="180975"/>
            </a:xfrm>
            <a:custGeom>
              <a:avLst/>
              <a:gdLst/>
              <a:ahLst/>
              <a:cxnLst/>
              <a:rect l="l" t="t" r="r" b="b"/>
              <a:pathLst>
                <a:path w="4463" h="7239" extrusionOk="0">
                  <a:moveTo>
                    <a:pt x="744" y="0"/>
                  </a:moveTo>
                  <a:lnTo>
                    <a:pt x="149" y="421"/>
                  </a:lnTo>
                  <a:lnTo>
                    <a:pt x="1" y="620"/>
                  </a:lnTo>
                  <a:lnTo>
                    <a:pt x="1" y="7239"/>
                  </a:lnTo>
                  <a:lnTo>
                    <a:pt x="1067" y="7239"/>
                  </a:lnTo>
                  <a:cubicBezTo>
                    <a:pt x="3843" y="4462"/>
                    <a:pt x="4463" y="99"/>
                    <a:pt x="4463" y="99"/>
                  </a:cubicBezTo>
                  <a:lnTo>
                    <a:pt x="4388" y="0"/>
                  </a:lnTo>
                  <a:close/>
                </a:path>
              </a:pathLst>
            </a:custGeom>
            <a:solidFill>
              <a:srgbClr val="CCE9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5"/>
            <p:cNvSpPr/>
            <p:nvPr/>
          </p:nvSpPr>
          <p:spPr>
            <a:xfrm>
              <a:off x="6920800" y="3521500"/>
              <a:ext cx="110950" cy="202050"/>
            </a:xfrm>
            <a:custGeom>
              <a:avLst/>
              <a:gdLst/>
              <a:ahLst/>
              <a:cxnLst/>
              <a:rect l="l" t="t" r="r" b="b"/>
              <a:pathLst>
                <a:path w="4438" h="8082" extrusionOk="0">
                  <a:moveTo>
                    <a:pt x="1" y="0"/>
                  </a:moveTo>
                  <a:lnTo>
                    <a:pt x="1" y="7834"/>
                  </a:lnTo>
                  <a:cubicBezTo>
                    <a:pt x="1" y="7982"/>
                    <a:pt x="124" y="8081"/>
                    <a:pt x="273" y="8081"/>
                  </a:cubicBezTo>
                  <a:lnTo>
                    <a:pt x="4165" y="8081"/>
                  </a:lnTo>
                  <a:cubicBezTo>
                    <a:pt x="4314" y="8081"/>
                    <a:pt x="4438" y="7958"/>
                    <a:pt x="4413" y="7784"/>
                  </a:cubicBezTo>
                  <a:cubicBezTo>
                    <a:pt x="4240" y="6644"/>
                    <a:pt x="3422" y="2355"/>
                    <a:pt x="1067" y="0"/>
                  </a:cubicBezTo>
                  <a:close/>
                </a:path>
              </a:pathLst>
            </a:custGeom>
            <a:solidFill>
              <a:srgbClr val="CCE9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5"/>
            <p:cNvSpPr/>
            <p:nvPr/>
          </p:nvSpPr>
          <p:spPr>
            <a:xfrm>
              <a:off x="6920800" y="3289100"/>
              <a:ext cx="40925" cy="180975"/>
            </a:xfrm>
            <a:custGeom>
              <a:avLst/>
              <a:gdLst/>
              <a:ahLst/>
              <a:cxnLst/>
              <a:rect l="l" t="t" r="r" b="b"/>
              <a:pathLst>
                <a:path w="1637" h="7239" extrusionOk="0">
                  <a:moveTo>
                    <a:pt x="744" y="0"/>
                  </a:moveTo>
                  <a:lnTo>
                    <a:pt x="149" y="421"/>
                  </a:lnTo>
                  <a:lnTo>
                    <a:pt x="1" y="620"/>
                  </a:lnTo>
                  <a:lnTo>
                    <a:pt x="1" y="7239"/>
                  </a:lnTo>
                  <a:lnTo>
                    <a:pt x="1067" y="7239"/>
                  </a:lnTo>
                  <a:cubicBezTo>
                    <a:pt x="1265" y="7040"/>
                    <a:pt x="1463" y="6817"/>
                    <a:pt x="1637" y="6619"/>
                  </a:cubicBezTo>
                  <a:lnTo>
                    <a:pt x="1637" y="0"/>
                  </a:lnTo>
                  <a:close/>
                </a:path>
              </a:pathLst>
            </a:custGeom>
            <a:solidFill>
              <a:srgbClr val="A3D9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5"/>
            <p:cNvSpPr/>
            <p:nvPr/>
          </p:nvSpPr>
          <p:spPr>
            <a:xfrm>
              <a:off x="6920800" y="3521500"/>
              <a:ext cx="47750" cy="202675"/>
            </a:xfrm>
            <a:custGeom>
              <a:avLst/>
              <a:gdLst/>
              <a:ahLst/>
              <a:cxnLst/>
              <a:rect l="l" t="t" r="r" b="b"/>
              <a:pathLst>
                <a:path w="1910" h="8107" extrusionOk="0">
                  <a:moveTo>
                    <a:pt x="1" y="0"/>
                  </a:moveTo>
                  <a:lnTo>
                    <a:pt x="1" y="7834"/>
                  </a:lnTo>
                  <a:cubicBezTo>
                    <a:pt x="1" y="7982"/>
                    <a:pt x="124" y="8106"/>
                    <a:pt x="273" y="8106"/>
                  </a:cubicBezTo>
                  <a:lnTo>
                    <a:pt x="1909" y="8106"/>
                  </a:lnTo>
                  <a:cubicBezTo>
                    <a:pt x="1761" y="8106"/>
                    <a:pt x="1637" y="7982"/>
                    <a:pt x="1637" y="7834"/>
                  </a:cubicBezTo>
                  <a:lnTo>
                    <a:pt x="1637" y="645"/>
                  </a:lnTo>
                  <a:cubicBezTo>
                    <a:pt x="1463" y="422"/>
                    <a:pt x="1265" y="198"/>
                    <a:pt x="1067" y="0"/>
                  </a:cubicBezTo>
                  <a:close/>
                </a:path>
              </a:pathLst>
            </a:custGeom>
            <a:solidFill>
              <a:srgbClr val="A3D9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5"/>
            <p:cNvSpPr/>
            <p:nvPr/>
          </p:nvSpPr>
          <p:spPr>
            <a:xfrm>
              <a:off x="6980725" y="3356625"/>
              <a:ext cx="120875" cy="98050"/>
            </a:xfrm>
            <a:custGeom>
              <a:avLst/>
              <a:gdLst/>
              <a:ahLst/>
              <a:cxnLst/>
              <a:rect l="l" t="t" r="r" b="b"/>
              <a:pathLst>
                <a:path w="4835" h="3922" extrusionOk="0">
                  <a:moveTo>
                    <a:pt x="1905" y="1"/>
                  </a:moveTo>
                  <a:cubicBezTo>
                    <a:pt x="1876" y="1"/>
                    <a:pt x="1846" y="9"/>
                    <a:pt x="1818" y="26"/>
                  </a:cubicBezTo>
                  <a:cubicBezTo>
                    <a:pt x="1694" y="125"/>
                    <a:pt x="1570" y="199"/>
                    <a:pt x="1471" y="299"/>
                  </a:cubicBezTo>
                  <a:cubicBezTo>
                    <a:pt x="0" y="1845"/>
                    <a:pt x="1398" y="3921"/>
                    <a:pt x="3036" y="3921"/>
                  </a:cubicBezTo>
                  <a:cubicBezTo>
                    <a:pt x="3524" y="3921"/>
                    <a:pt x="4034" y="3737"/>
                    <a:pt x="4495" y="3298"/>
                  </a:cubicBezTo>
                  <a:cubicBezTo>
                    <a:pt x="4569" y="3199"/>
                    <a:pt x="4669" y="3100"/>
                    <a:pt x="4743" y="3001"/>
                  </a:cubicBezTo>
                  <a:cubicBezTo>
                    <a:pt x="4835" y="2863"/>
                    <a:pt x="4735" y="2725"/>
                    <a:pt x="4602" y="2725"/>
                  </a:cubicBezTo>
                  <a:cubicBezTo>
                    <a:pt x="4591" y="2725"/>
                    <a:pt x="4580" y="2726"/>
                    <a:pt x="4569" y="2728"/>
                  </a:cubicBezTo>
                  <a:lnTo>
                    <a:pt x="4545" y="2703"/>
                  </a:lnTo>
                  <a:cubicBezTo>
                    <a:pt x="4412" y="2728"/>
                    <a:pt x="4280" y="2740"/>
                    <a:pt x="4151" y="2740"/>
                  </a:cubicBezTo>
                  <a:cubicBezTo>
                    <a:pt x="2860" y="2740"/>
                    <a:pt x="1818" y="1554"/>
                    <a:pt x="2066" y="224"/>
                  </a:cubicBezTo>
                  <a:cubicBezTo>
                    <a:pt x="2085" y="90"/>
                    <a:pt x="2001" y="1"/>
                    <a:pt x="1905" y="1"/>
                  </a:cubicBezTo>
                  <a:close/>
                </a:path>
              </a:pathLst>
            </a:custGeom>
            <a:solidFill>
              <a:srgbClr val="F9ED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5"/>
            <p:cNvSpPr/>
            <p:nvPr/>
          </p:nvSpPr>
          <p:spPr>
            <a:xfrm>
              <a:off x="6983275" y="3356625"/>
              <a:ext cx="80700" cy="98150"/>
            </a:xfrm>
            <a:custGeom>
              <a:avLst/>
              <a:gdLst/>
              <a:ahLst/>
              <a:cxnLst/>
              <a:rect l="l" t="t" r="r" b="b"/>
              <a:pathLst>
                <a:path w="3228" h="3926" extrusionOk="0">
                  <a:moveTo>
                    <a:pt x="1783" y="1"/>
                  </a:moveTo>
                  <a:cubicBezTo>
                    <a:pt x="1752" y="1"/>
                    <a:pt x="1720" y="8"/>
                    <a:pt x="1691" y="26"/>
                  </a:cubicBezTo>
                  <a:cubicBezTo>
                    <a:pt x="1567" y="100"/>
                    <a:pt x="1468" y="199"/>
                    <a:pt x="1369" y="299"/>
                  </a:cubicBezTo>
                  <a:cubicBezTo>
                    <a:pt x="0" y="1667"/>
                    <a:pt x="1041" y="3926"/>
                    <a:pt x="2846" y="3926"/>
                  </a:cubicBezTo>
                  <a:cubicBezTo>
                    <a:pt x="2970" y="3926"/>
                    <a:pt x="3097" y="3915"/>
                    <a:pt x="3228" y="3893"/>
                  </a:cubicBezTo>
                  <a:cubicBezTo>
                    <a:pt x="2782" y="3819"/>
                    <a:pt x="2360" y="3596"/>
                    <a:pt x="2063" y="3273"/>
                  </a:cubicBezTo>
                  <a:cubicBezTo>
                    <a:pt x="1319" y="2505"/>
                    <a:pt x="1270" y="1315"/>
                    <a:pt x="1914" y="472"/>
                  </a:cubicBezTo>
                  <a:cubicBezTo>
                    <a:pt x="1939" y="398"/>
                    <a:pt x="1939" y="299"/>
                    <a:pt x="1964" y="199"/>
                  </a:cubicBezTo>
                  <a:cubicBezTo>
                    <a:pt x="1983" y="85"/>
                    <a:pt x="1885" y="1"/>
                    <a:pt x="1783" y="1"/>
                  </a:cubicBez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5"/>
            <p:cNvSpPr/>
            <p:nvPr/>
          </p:nvSpPr>
          <p:spPr>
            <a:xfrm>
              <a:off x="7178000" y="3349825"/>
              <a:ext cx="54550" cy="50625"/>
            </a:xfrm>
            <a:custGeom>
              <a:avLst/>
              <a:gdLst/>
              <a:ahLst/>
              <a:cxnLst/>
              <a:rect l="l" t="t" r="r" b="b"/>
              <a:pathLst>
                <a:path w="2182" h="2025" extrusionOk="0">
                  <a:moveTo>
                    <a:pt x="1103" y="0"/>
                  </a:moveTo>
                  <a:cubicBezTo>
                    <a:pt x="1060" y="0"/>
                    <a:pt x="1017" y="25"/>
                    <a:pt x="992" y="75"/>
                  </a:cubicBezTo>
                  <a:lnTo>
                    <a:pt x="769" y="546"/>
                  </a:lnTo>
                  <a:cubicBezTo>
                    <a:pt x="744" y="595"/>
                    <a:pt x="694" y="620"/>
                    <a:pt x="670" y="620"/>
                  </a:cubicBezTo>
                  <a:lnTo>
                    <a:pt x="149" y="695"/>
                  </a:lnTo>
                  <a:cubicBezTo>
                    <a:pt x="50" y="695"/>
                    <a:pt x="0" y="818"/>
                    <a:pt x="75" y="893"/>
                  </a:cubicBezTo>
                  <a:lnTo>
                    <a:pt x="446" y="1265"/>
                  </a:lnTo>
                  <a:cubicBezTo>
                    <a:pt x="471" y="1289"/>
                    <a:pt x="496" y="1339"/>
                    <a:pt x="496" y="1364"/>
                  </a:cubicBezTo>
                  <a:lnTo>
                    <a:pt x="397" y="1884"/>
                  </a:lnTo>
                  <a:cubicBezTo>
                    <a:pt x="378" y="1962"/>
                    <a:pt x="449" y="2024"/>
                    <a:pt x="516" y="2024"/>
                  </a:cubicBezTo>
                  <a:cubicBezTo>
                    <a:pt x="535" y="2024"/>
                    <a:pt x="554" y="2019"/>
                    <a:pt x="570" y="2008"/>
                  </a:cubicBezTo>
                  <a:lnTo>
                    <a:pt x="1041" y="1785"/>
                  </a:lnTo>
                  <a:cubicBezTo>
                    <a:pt x="1054" y="1773"/>
                    <a:pt x="1072" y="1767"/>
                    <a:pt x="1094" y="1767"/>
                  </a:cubicBezTo>
                  <a:cubicBezTo>
                    <a:pt x="1116" y="1767"/>
                    <a:pt x="1141" y="1773"/>
                    <a:pt x="1165" y="1785"/>
                  </a:cubicBezTo>
                  <a:lnTo>
                    <a:pt x="1612" y="2008"/>
                  </a:lnTo>
                  <a:cubicBezTo>
                    <a:pt x="1633" y="2019"/>
                    <a:pt x="1655" y="2024"/>
                    <a:pt x="1676" y="2024"/>
                  </a:cubicBezTo>
                  <a:cubicBezTo>
                    <a:pt x="1749" y="2024"/>
                    <a:pt x="1810" y="1962"/>
                    <a:pt x="1810" y="1884"/>
                  </a:cubicBezTo>
                  <a:lnTo>
                    <a:pt x="1711" y="1364"/>
                  </a:lnTo>
                  <a:cubicBezTo>
                    <a:pt x="1711" y="1339"/>
                    <a:pt x="1711" y="1289"/>
                    <a:pt x="1736" y="1265"/>
                  </a:cubicBezTo>
                  <a:lnTo>
                    <a:pt x="2107" y="893"/>
                  </a:lnTo>
                  <a:cubicBezTo>
                    <a:pt x="2182" y="818"/>
                    <a:pt x="2157" y="695"/>
                    <a:pt x="2058" y="695"/>
                  </a:cubicBezTo>
                  <a:lnTo>
                    <a:pt x="1537" y="620"/>
                  </a:lnTo>
                  <a:cubicBezTo>
                    <a:pt x="1488" y="620"/>
                    <a:pt x="1463" y="571"/>
                    <a:pt x="1438" y="546"/>
                  </a:cubicBezTo>
                  <a:lnTo>
                    <a:pt x="1215" y="75"/>
                  </a:lnTo>
                  <a:cubicBezTo>
                    <a:pt x="1190" y="25"/>
                    <a:pt x="1147" y="0"/>
                    <a:pt x="1103" y="0"/>
                  </a:cubicBezTo>
                  <a:close/>
                </a:path>
              </a:pathLst>
            </a:custGeom>
            <a:solidFill>
              <a:srgbClr val="F9ED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5"/>
            <p:cNvSpPr/>
            <p:nvPr/>
          </p:nvSpPr>
          <p:spPr>
            <a:xfrm>
              <a:off x="7178625" y="3349825"/>
              <a:ext cx="35350" cy="50625"/>
            </a:xfrm>
            <a:custGeom>
              <a:avLst/>
              <a:gdLst/>
              <a:ahLst/>
              <a:cxnLst/>
              <a:rect l="l" t="t" r="r" b="b"/>
              <a:pathLst>
                <a:path w="1414" h="2025" extrusionOk="0">
                  <a:moveTo>
                    <a:pt x="1078" y="0"/>
                  </a:moveTo>
                  <a:cubicBezTo>
                    <a:pt x="1035" y="0"/>
                    <a:pt x="992" y="25"/>
                    <a:pt x="967" y="75"/>
                  </a:cubicBezTo>
                  <a:lnTo>
                    <a:pt x="744" y="546"/>
                  </a:lnTo>
                  <a:cubicBezTo>
                    <a:pt x="719" y="595"/>
                    <a:pt x="694" y="620"/>
                    <a:pt x="645" y="620"/>
                  </a:cubicBezTo>
                  <a:lnTo>
                    <a:pt x="124" y="695"/>
                  </a:lnTo>
                  <a:cubicBezTo>
                    <a:pt x="25" y="695"/>
                    <a:pt x="0" y="818"/>
                    <a:pt x="74" y="893"/>
                  </a:cubicBezTo>
                  <a:lnTo>
                    <a:pt x="446" y="1265"/>
                  </a:lnTo>
                  <a:cubicBezTo>
                    <a:pt x="471" y="1289"/>
                    <a:pt x="471" y="1339"/>
                    <a:pt x="471" y="1364"/>
                  </a:cubicBezTo>
                  <a:lnTo>
                    <a:pt x="397" y="1884"/>
                  </a:lnTo>
                  <a:cubicBezTo>
                    <a:pt x="377" y="1962"/>
                    <a:pt x="434" y="2024"/>
                    <a:pt x="506" y="2024"/>
                  </a:cubicBezTo>
                  <a:cubicBezTo>
                    <a:pt x="527" y="2024"/>
                    <a:pt x="548" y="2019"/>
                    <a:pt x="570" y="2008"/>
                  </a:cubicBezTo>
                  <a:lnTo>
                    <a:pt x="1016" y="1785"/>
                  </a:lnTo>
                  <a:cubicBezTo>
                    <a:pt x="1029" y="1773"/>
                    <a:pt x="1047" y="1767"/>
                    <a:pt x="1066" y="1767"/>
                  </a:cubicBezTo>
                  <a:cubicBezTo>
                    <a:pt x="1085" y="1767"/>
                    <a:pt x="1103" y="1773"/>
                    <a:pt x="1116" y="1785"/>
                  </a:cubicBezTo>
                  <a:lnTo>
                    <a:pt x="1165" y="1364"/>
                  </a:lnTo>
                  <a:cubicBezTo>
                    <a:pt x="1165" y="1339"/>
                    <a:pt x="1165" y="1289"/>
                    <a:pt x="1140" y="1265"/>
                  </a:cubicBezTo>
                  <a:lnTo>
                    <a:pt x="769" y="893"/>
                  </a:lnTo>
                  <a:cubicBezTo>
                    <a:pt x="694" y="818"/>
                    <a:pt x="719" y="695"/>
                    <a:pt x="818" y="695"/>
                  </a:cubicBezTo>
                  <a:lnTo>
                    <a:pt x="1339" y="620"/>
                  </a:lnTo>
                  <a:cubicBezTo>
                    <a:pt x="1388" y="620"/>
                    <a:pt x="1413" y="595"/>
                    <a:pt x="1413" y="571"/>
                  </a:cubicBezTo>
                  <a:lnTo>
                    <a:pt x="1413" y="546"/>
                  </a:lnTo>
                  <a:lnTo>
                    <a:pt x="1190" y="75"/>
                  </a:lnTo>
                  <a:cubicBezTo>
                    <a:pt x="1165" y="25"/>
                    <a:pt x="1122" y="0"/>
                    <a:pt x="1078" y="0"/>
                  </a:cubicBez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5"/>
            <p:cNvSpPr/>
            <p:nvPr/>
          </p:nvSpPr>
          <p:spPr>
            <a:xfrm>
              <a:off x="7224475" y="3412250"/>
              <a:ext cx="45275" cy="42725"/>
            </a:xfrm>
            <a:custGeom>
              <a:avLst/>
              <a:gdLst/>
              <a:ahLst/>
              <a:cxnLst/>
              <a:rect l="l" t="t" r="r" b="b"/>
              <a:pathLst>
                <a:path w="1811" h="1709" extrusionOk="0">
                  <a:moveTo>
                    <a:pt x="896" y="1"/>
                  </a:moveTo>
                  <a:cubicBezTo>
                    <a:pt x="862" y="1"/>
                    <a:pt x="831" y="20"/>
                    <a:pt x="819" y="57"/>
                  </a:cubicBezTo>
                  <a:lnTo>
                    <a:pt x="620" y="453"/>
                  </a:lnTo>
                  <a:cubicBezTo>
                    <a:pt x="595" y="478"/>
                    <a:pt x="571" y="503"/>
                    <a:pt x="546" y="503"/>
                  </a:cubicBezTo>
                  <a:lnTo>
                    <a:pt x="100" y="577"/>
                  </a:lnTo>
                  <a:cubicBezTo>
                    <a:pt x="25" y="577"/>
                    <a:pt x="0" y="701"/>
                    <a:pt x="50" y="751"/>
                  </a:cubicBezTo>
                  <a:lnTo>
                    <a:pt x="348" y="1073"/>
                  </a:lnTo>
                  <a:cubicBezTo>
                    <a:pt x="372" y="1073"/>
                    <a:pt x="397" y="1123"/>
                    <a:pt x="397" y="1147"/>
                  </a:cubicBezTo>
                  <a:lnTo>
                    <a:pt x="323" y="1569"/>
                  </a:lnTo>
                  <a:cubicBezTo>
                    <a:pt x="302" y="1651"/>
                    <a:pt x="367" y="1699"/>
                    <a:pt x="432" y="1699"/>
                  </a:cubicBezTo>
                  <a:cubicBezTo>
                    <a:pt x="445" y="1699"/>
                    <a:pt x="459" y="1697"/>
                    <a:pt x="471" y="1693"/>
                  </a:cubicBezTo>
                  <a:lnTo>
                    <a:pt x="843" y="1495"/>
                  </a:lnTo>
                  <a:cubicBezTo>
                    <a:pt x="856" y="1482"/>
                    <a:pt x="874" y="1476"/>
                    <a:pt x="893" y="1476"/>
                  </a:cubicBezTo>
                  <a:cubicBezTo>
                    <a:pt x="911" y="1476"/>
                    <a:pt x="930" y="1482"/>
                    <a:pt x="942" y="1495"/>
                  </a:cubicBezTo>
                  <a:lnTo>
                    <a:pt x="1339" y="1693"/>
                  </a:lnTo>
                  <a:cubicBezTo>
                    <a:pt x="1355" y="1704"/>
                    <a:pt x="1372" y="1709"/>
                    <a:pt x="1387" y="1709"/>
                  </a:cubicBezTo>
                  <a:cubicBezTo>
                    <a:pt x="1443" y="1709"/>
                    <a:pt x="1488" y="1646"/>
                    <a:pt x="1488" y="1569"/>
                  </a:cubicBezTo>
                  <a:lnTo>
                    <a:pt x="1413" y="1147"/>
                  </a:lnTo>
                  <a:cubicBezTo>
                    <a:pt x="1389" y="1123"/>
                    <a:pt x="1413" y="1073"/>
                    <a:pt x="1438" y="1073"/>
                  </a:cubicBezTo>
                  <a:lnTo>
                    <a:pt x="1761" y="751"/>
                  </a:lnTo>
                  <a:cubicBezTo>
                    <a:pt x="1810" y="701"/>
                    <a:pt x="1785" y="577"/>
                    <a:pt x="1686" y="577"/>
                  </a:cubicBezTo>
                  <a:lnTo>
                    <a:pt x="1265" y="503"/>
                  </a:lnTo>
                  <a:cubicBezTo>
                    <a:pt x="1240" y="503"/>
                    <a:pt x="1190" y="478"/>
                    <a:pt x="1190" y="453"/>
                  </a:cubicBezTo>
                  <a:lnTo>
                    <a:pt x="992" y="57"/>
                  </a:lnTo>
                  <a:cubicBezTo>
                    <a:pt x="967" y="20"/>
                    <a:pt x="930" y="1"/>
                    <a:pt x="896" y="1"/>
                  </a:cubicBezTo>
                  <a:close/>
                </a:path>
              </a:pathLst>
            </a:custGeom>
            <a:solidFill>
              <a:srgbClr val="F9ED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5"/>
            <p:cNvSpPr/>
            <p:nvPr/>
          </p:nvSpPr>
          <p:spPr>
            <a:xfrm>
              <a:off x="7031725" y="3541775"/>
              <a:ext cx="45275" cy="42125"/>
            </a:xfrm>
            <a:custGeom>
              <a:avLst/>
              <a:gdLst/>
              <a:ahLst/>
              <a:cxnLst/>
              <a:rect l="l" t="t" r="r" b="b"/>
              <a:pathLst>
                <a:path w="1811" h="1685" extrusionOk="0">
                  <a:moveTo>
                    <a:pt x="906" y="1"/>
                  </a:moveTo>
                  <a:cubicBezTo>
                    <a:pt x="869" y="1"/>
                    <a:pt x="831" y="20"/>
                    <a:pt x="819" y="57"/>
                  </a:cubicBezTo>
                  <a:lnTo>
                    <a:pt x="621" y="429"/>
                  </a:lnTo>
                  <a:cubicBezTo>
                    <a:pt x="596" y="478"/>
                    <a:pt x="571" y="478"/>
                    <a:pt x="546" y="503"/>
                  </a:cubicBezTo>
                  <a:lnTo>
                    <a:pt x="125" y="553"/>
                  </a:lnTo>
                  <a:cubicBezTo>
                    <a:pt x="26" y="577"/>
                    <a:pt x="1" y="676"/>
                    <a:pt x="50" y="726"/>
                  </a:cubicBezTo>
                  <a:lnTo>
                    <a:pt x="373" y="1048"/>
                  </a:lnTo>
                  <a:cubicBezTo>
                    <a:pt x="398" y="1073"/>
                    <a:pt x="398" y="1098"/>
                    <a:pt x="398" y="1147"/>
                  </a:cubicBezTo>
                  <a:lnTo>
                    <a:pt x="323" y="1569"/>
                  </a:lnTo>
                  <a:cubicBezTo>
                    <a:pt x="304" y="1626"/>
                    <a:pt x="359" y="1684"/>
                    <a:pt x="420" y="1684"/>
                  </a:cubicBezTo>
                  <a:cubicBezTo>
                    <a:pt x="437" y="1684"/>
                    <a:pt x="455" y="1679"/>
                    <a:pt x="472" y="1668"/>
                  </a:cubicBezTo>
                  <a:lnTo>
                    <a:pt x="844" y="1470"/>
                  </a:lnTo>
                  <a:lnTo>
                    <a:pt x="943" y="1470"/>
                  </a:lnTo>
                  <a:lnTo>
                    <a:pt x="1340" y="1668"/>
                  </a:lnTo>
                  <a:cubicBezTo>
                    <a:pt x="1356" y="1679"/>
                    <a:pt x="1373" y="1684"/>
                    <a:pt x="1389" y="1684"/>
                  </a:cubicBezTo>
                  <a:cubicBezTo>
                    <a:pt x="1444" y="1684"/>
                    <a:pt x="1488" y="1626"/>
                    <a:pt x="1488" y="1569"/>
                  </a:cubicBezTo>
                  <a:lnTo>
                    <a:pt x="1414" y="1147"/>
                  </a:lnTo>
                  <a:cubicBezTo>
                    <a:pt x="1414" y="1098"/>
                    <a:pt x="1414" y="1073"/>
                    <a:pt x="1439" y="1048"/>
                  </a:cubicBezTo>
                  <a:lnTo>
                    <a:pt x="1761" y="726"/>
                  </a:lnTo>
                  <a:cubicBezTo>
                    <a:pt x="1811" y="676"/>
                    <a:pt x="1786" y="577"/>
                    <a:pt x="1711" y="553"/>
                  </a:cubicBezTo>
                  <a:lnTo>
                    <a:pt x="1265" y="503"/>
                  </a:lnTo>
                  <a:cubicBezTo>
                    <a:pt x="1240" y="503"/>
                    <a:pt x="1216" y="478"/>
                    <a:pt x="1191" y="429"/>
                  </a:cubicBezTo>
                  <a:lnTo>
                    <a:pt x="992" y="57"/>
                  </a:lnTo>
                  <a:cubicBezTo>
                    <a:pt x="980" y="20"/>
                    <a:pt x="943" y="1"/>
                    <a:pt x="906" y="1"/>
                  </a:cubicBezTo>
                  <a:close/>
                </a:path>
              </a:pathLst>
            </a:custGeom>
            <a:solidFill>
              <a:srgbClr val="F9ED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5"/>
            <p:cNvSpPr/>
            <p:nvPr/>
          </p:nvSpPr>
          <p:spPr>
            <a:xfrm>
              <a:off x="7224475" y="3412250"/>
              <a:ext cx="30400" cy="42450"/>
            </a:xfrm>
            <a:custGeom>
              <a:avLst/>
              <a:gdLst/>
              <a:ahLst/>
              <a:cxnLst/>
              <a:rect l="l" t="t" r="r" b="b"/>
              <a:pathLst>
                <a:path w="1216" h="1698" extrusionOk="0">
                  <a:moveTo>
                    <a:pt x="896" y="1"/>
                  </a:moveTo>
                  <a:cubicBezTo>
                    <a:pt x="862" y="1"/>
                    <a:pt x="831" y="20"/>
                    <a:pt x="819" y="57"/>
                  </a:cubicBezTo>
                  <a:lnTo>
                    <a:pt x="620" y="453"/>
                  </a:lnTo>
                  <a:cubicBezTo>
                    <a:pt x="595" y="478"/>
                    <a:pt x="571" y="503"/>
                    <a:pt x="546" y="503"/>
                  </a:cubicBezTo>
                  <a:lnTo>
                    <a:pt x="100" y="577"/>
                  </a:lnTo>
                  <a:cubicBezTo>
                    <a:pt x="25" y="577"/>
                    <a:pt x="0" y="676"/>
                    <a:pt x="50" y="751"/>
                  </a:cubicBezTo>
                  <a:lnTo>
                    <a:pt x="348" y="1048"/>
                  </a:lnTo>
                  <a:cubicBezTo>
                    <a:pt x="372" y="1073"/>
                    <a:pt x="397" y="1123"/>
                    <a:pt x="397" y="1147"/>
                  </a:cubicBezTo>
                  <a:lnTo>
                    <a:pt x="323" y="1569"/>
                  </a:lnTo>
                  <a:cubicBezTo>
                    <a:pt x="301" y="1633"/>
                    <a:pt x="373" y="1698"/>
                    <a:pt x="441" y="1698"/>
                  </a:cubicBezTo>
                  <a:cubicBezTo>
                    <a:pt x="451" y="1698"/>
                    <a:pt x="462" y="1696"/>
                    <a:pt x="471" y="1693"/>
                  </a:cubicBezTo>
                  <a:lnTo>
                    <a:pt x="843" y="1470"/>
                  </a:lnTo>
                  <a:lnTo>
                    <a:pt x="967" y="1470"/>
                  </a:lnTo>
                  <a:lnTo>
                    <a:pt x="1017" y="1147"/>
                  </a:lnTo>
                  <a:cubicBezTo>
                    <a:pt x="1042" y="1123"/>
                    <a:pt x="1017" y="1073"/>
                    <a:pt x="992" y="1048"/>
                  </a:cubicBezTo>
                  <a:lnTo>
                    <a:pt x="695" y="751"/>
                  </a:lnTo>
                  <a:cubicBezTo>
                    <a:pt x="620" y="676"/>
                    <a:pt x="645" y="577"/>
                    <a:pt x="744" y="577"/>
                  </a:cubicBezTo>
                  <a:lnTo>
                    <a:pt x="1166" y="503"/>
                  </a:lnTo>
                  <a:lnTo>
                    <a:pt x="1215" y="478"/>
                  </a:lnTo>
                  <a:cubicBezTo>
                    <a:pt x="1215" y="478"/>
                    <a:pt x="1190" y="453"/>
                    <a:pt x="1190" y="453"/>
                  </a:cubicBezTo>
                  <a:lnTo>
                    <a:pt x="992" y="57"/>
                  </a:lnTo>
                  <a:cubicBezTo>
                    <a:pt x="967" y="20"/>
                    <a:pt x="930" y="1"/>
                    <a:pt x="896" y="1"/>
                  </a:cubicBez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5"/>
            <p:cNvSpPr/>
            <p:nvPr/>
          </p:nvSpPr>
          <p:spPr>
            <a:xfrm>
              <a:off x="7031725" y="3541175"/>
              <a:ext cx="30400" cy="42475"/>
            </a:xfrm>
            <a:custGeom>
              <a:avLst/>
              <a:gdLst/>
              <a:ahLst/>
              <a:cxnLst/>
              <a:rect l="l" t="t" r="r" b="b"/>
              <a:pathLst>
                <a:path w="1216" h="1699" extrusionOk="0">
                  <a:moveTo>
                    <a:pt x="906" y="0"/>
                  </a:moveTo>
                  <a:cubicBezTo>
                    <a:pt x="869" y="0"/>
                    <a:pt x="831" y="19"/>
                    <a:pt x="819" y="56"/>
                  </a:cubicBezTo>
                  <a:lnTo>
                    <a:pt x="621" y="453"/>
                  </a:lnTo>
                  <a:cubicBezTo>
                    <a:pt x="596" y="477"/>
                    <a:pt x="571" y="502"/>
                    <a:pt x="546" y="502"/>
                  </a:cubicBezTo>
                  <a:lnTo>
                    <a:pt x="125" y="577"/>
                  </a:lnTo>
                  <a:cubicBezTo>
                    <a:pt x="26" y="577"/>
                    <a:pt x="1" y="700"/>
                    <a:pt x="50" y="750"/>
                  </a:cubicBezTo>
                  <a:lnTo>
                    <a:pt x="373" y="1048"/>
                  </a:lnTo>
                  <a:cubicBezTo>
                    <a:pt x="398" y="1072"/>
                    <a:pt x="398" y="1122"/>
                    <a:pt x="398" y="1147"/>
                  </a:cubicBezTo>
                  <a:lnTo>
                    <a:pt x="323" y="1568"/>
                  </a:lnTo>
                  <a:cubicBezTo>
                    <a:pt x="303" y="1650"/>
                    <a:pt x="367" y="1698"/>
                    <a:pt x="432" y="1698"/>
                  </a:cubicBezTo>
                  <a:cubicBezTo>
                    <a:pt x="446" y="1698"/>
                    <a:pt x="459" y="1696"/>
                    <a:pt x="472" y="1692"/>
                  </a:cubicBezTo>
                  <a:lnTo>
                    <a:pt x="844" y="1494"/>
                  </a:lnTo>
                  <a:cubicBezTo>
                    <a:pt x="869" y="1481"/>
                    <a:pt x="887" y="1475"/>
                    <a:pt x="903" y="1475"/>
                  </a:cubicBezTo>
                  <a:cubicBezTo>
                    <a:pt x="918" y="1475"/>
                    <a:pt x="931" y="1481"/>
                    <a:pt x="943" y="1494"/>
                  </a:cubicBezTo>
                  <a:lnTo>
                    <a:pt x="1042" y="1147"/>
                  </a:lnTo>
                  <a:cubicBezTo>
                    <a:pt x="1042" y="1122"/>
                    <a:pt x="1017" y="1097"/>
                    <a:pt x="992" y="1048"/>
                  </a:cubicBezTo>
                  <a:lnTo>
                    <a:pt x="695" y="750"/>
                  </a:lnTo>
                  <a:cubicBezTo>
                    <a:pt x="621" y="700"/>
                    <a:pt x="670" y="577"/>
                    <a:pt x="745" y="577"/>
                  </a:cubicBezTo>
                  <a:lnTo>
                    <a:pt x="1166" y="502"/>
                  </a:lnTo>
                  <a:lnTo>
                    <a:pt x="1216" y="502"/>
                  </a:lnTo>
                  <a:cubicBezTo>
                    <a:pt x="1216" y="477"/>
                    <a:pt x="1191" y="477"/>
                    <a:pt x="1191" y="453"/>
                  </a:cubicBezTo>
                  <a:lnTo>
                    <a:pt x="992" y="56"/>
                  </a:lnTo>
                  <a:cubicBezTo>
                    <a:pt x="980" y="19"/>
                    <a:pt x="943" y="0"/>
                    <a:pt x="906" y="0"/>
                  </a:cubicBez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5"/>
            <p:cNvSpPr/>
            <p:nvPr/>
          </p:nvSpPr>
          <p:spPr>
            <a:xfrm>
              <a:off x="7310000" y="3468200"/>
              <a:ext cx="46500" cy="55175"/>
            </a:xfrm>
            <a:custGeom>
              <a:avLst/>
              <a:gdLst/>
              <a:ahLst/>
              <a:cxnLst/>
              <a:rect l="l" t="t" r="r" b="b"/>
              <a:pathLst>
                <a:path w="1860" h="2207" extrusionOk="0">
                  <a:moveTo>
                    <a:pt x="471" y="0"/>
                  </a:moveTo>
                  <a:cubicBezTo>
                    <a:pt x="199" y="0"/>
                    <a:pt x="0" y="199"/>
                    <a:pt x="0" y="471"/>
                  </a:cubicBezTo>
                  <a:lnTo>
                    <a:pt x="0" y="1735"/>
                  </a:lnTo>
                  <a:cubicBezTo>
                    <a:pt x="0" y="2008"/>
                    <a:pt x="199" y="2206"/>
                    <a:pt x="471" y="2206"/>
                  </a:cubicBezTo>
                  <a:lnTo>
                    <a:pt x="1860" y="2206"/>
                  </a:lnTo>
                  <a:lnTo>
                    <a:pt x="1860" y="0"/>
                  </a:lnTo>
                  <a:close/>
                </a:path>
              </a:pathLst>
            </a:custGeom>
            <a:solidFill>
              <a:srgbClr val="C4E0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5"/>
            <p:cNvSpPr/>
            <p:nvPr/>
          </p:nvSpPr>
          <p:spPr>
            <a:xfrm>
              <a:off x="7310000" y="3468200"/>
              <a:ext cx="46500" cy="55175"/>
            </a:xfrm>
            <a:custGeom>
              <a:avLst/>
              <a:gdLst/>
              <a:ahLst/>
              <a:cxnLst/>
              <a:rect l="l" t="t" r="r" b="b"/>
              <a:pathLst>
                <a:path w="1860" h="2207" extrusionOk="0">
                  <a:moveTo>
                    <a:pt x="471" y="0"/>
                  </a:moveTo>
                  <a:cubicBezTo>
                    <a:pt x="199" y="0"/>
                    <a:pt x="0" y="199"/>
                    <a:pt x="0" y="471"/>
                  </a:cubicBezTo>
                  <a:lnTo>
                    <a:pt x="0" y="1735"/>
                  </a:lnTo>
                  <a:cubicBezTo>
                    <a:pt x="0" y="2008"/>
                    <a:pt x="199" y="2206"/>
                    <a:pt x="471" y="2206"/>
                  </a:cubicBezTo>
                  <a:lnTo>
                    <a:pt x="1860" y="2206"/>
                  </a:lnTo>
                  <a:lnTo>
                    <a:pt x="1860" y="0"/>
                  </a:lnTo>
                  <a:close/>
                </a:path>
              </a:pathLst>
            </a:custGeom>
            <a:solidFill>
              <a:srgbClr val="C4E0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5"/>
            <p:cNvSpPr/>
            <p:nvPr/>
          </p:nvSpPr>
          <p:spPr>
            <a:xfrm>
              <a:off x="6920800" y="3468200"/>
              <a:ext cx="47125" cy="55175"/>
            </a:xfrm>
            <a:custGeom>
              <a:avLst/>
              <a:gdLst/>
              <a:ahLst/>
              <a:cxnLst/>
              <a:rect l="l" t="t" r="r" b="b"/>
              <a:pathLst>
                <a:path w="1885" h="2207" extrusionOk="0">
                  <a:moveTo>
                    <a:pt x="1" y="0"/>
                  </a:moveTo>
                  <a:lnTo>
                    <a:pt x="1" y="2206"/>
                  </a:lnTo>
                  <a:lnTo>
                    <a:pt x="1414" y="2206"/>
                  </a:lnTo>
                  <a:cubicBezTo>
                    <a:pt x="1661" y="2206"/>
                    <a:pt x="1885" y="2008"/>
                    <a:pt x="1885" y="1735"/>
                  </a:cubicBezTo>
                  <a:lnTo>
                    <a:pt x="1885" y="471"/>
                  </a:lnTo>
                  <a:cubicBezTo>
                    <a:pt x="1885" y="199"/>
                    <a:pt x="1661" y="0"/>
                    <a:pt x="1414" y="0"/>
                  </a:cubicBezTo>
                  <a:close/>
                </a:path>
              </a:pathLst>
            </a:custGeom>
            <a:solidFill>
              <a:srgbClr val="C4E0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5"/>
            <p:cNvSpPr/>
            <p:nvPr/>
          </p:nvSpPr>
          <p:spPr>
            <a:xfrm>
              <a:off x="7309375" y="3481200"/>
              <a:ext cx="46500" cy="42175"/>
            </a:xfrm>
            <a:custGeom>
              <a:avLst/>
              <a:gdLst/>
              <a:ahLst/>
              <a:cxnLst/>
              <a:rect l="l" t="t" r="r" b="b"/>
              <a:pathLst>
                <a:path w="1860" h="1687" extrusionOk="0">
                  <a:moveTo>
                    <a:pt x="1" y="1"/>
                  </a:moveTo>
                  <a:lnTo>
                    <a:pt x="1" y="1215"/>
                  </a:lnTo>
                  <a:cubicBezTo>
                    <a:pt x="1" y="1488"/>
                    <a:pt x="224" y="1686"/>
                    <a:pt x="472" y="1686"/>
                  </a:cubicBezTo>
                  <a:lnTo>
                    <a:pt x="1860" y="1686"/>
                  </a:lnTo>
                  <a:lnTo>
                    <a:pt x="1860" y="472"/>
                  </a:lnTo>
                  <a:lnTo>
                    <a:pt x="472" y="472"/>
                  </a:lnTo>
                  <a:cubicBezTo>
                    <a:pt x="224" y="472"/>
                    <a:pt x="1" y="249"/>
                    <a:pt x="1" y="1"/>
                  </a:cubicBezTo>
                  <a:close/>
                </a:path>
              </a:pathLst>
            </a:custGeom>
            <a:solidFill>
              <a:srgbClr val="C4E0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5"/>
            <p:cNvSpPr/>
            <p:nvPr/>
          </p:nvSpPr>
          <p:spPr>
            <a:xfrm>
              <a:off x="6920800" y="3481200"/>
              <a:ext cx="47125" cy="42175"/>
            </a:xfrm>
            <a:custGeom>
              <a:avLst/>
              <a:gdLst/>
              <a:ahLst/>
              <a:cxnLst/>
              <a:rect l="l" t="t" r="r" b="b"/>
              <a:pathLst>
                <a:path w="1885" h="1687" extrusionOk="0">
                  <a:moveTo>
                    <a:pt x="1885" y="1"/>
                  </a:moveTo>
                  <a:cubicBezTo>
                    <a:pt x="1885" y="249"/>
                    <a:pt x="1661" y="472"/>
                    <a:pt x="1414" y="472"/>
                  </a:cubicBezTo>
                  <a:lnTo>
                    <a:pt x="1" y="472"/>
                  </a:lnTo>
                  <a:lnTo>
                    <a:pt x="1" y="1686"/>
                  </a:lnTo>
                  <a:lnTo>
                    <a:pt x="1414" y="1686"/>
                  </a:lnTo>
                  <a:cubicBezTo>
                    <a:pt x="1661" y="1686"/>
                    <a:pt x="1885" y="1488"/>
                    <a:pt x="1885" y="1215"/>
                  </a:cubicBezTo>
                  <a:lnTo>
                    <a:pt x="1885" y="1"/>
                  </a:lnTo>
                  <a:close/>
                </a:path>
              </a:pathLst>
            </a:custGeom>
            <a:solidFill>
              <a:srgbClr val="C4E0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5"/>
            <p:cNvSpPr/>
            <p:nvPr/>
          </p:nvSpPr>
          <p:spPr>
            <a:xfrm>
              <a:off x="6938150" y="3255000"/>
              <a:ext cx="401000" cy="36600"/>
            </a:xfrm>
            <a:custGeom>
              <a:avLst/>
              <a:gdLst/>
              <a:ahLst/>
              <a:cxnLst/>
              <a:rect l="l" t="t" r="r" b="b"/>
              <a:pathLst>
                <a:path w="16040" h="1464" extrusionOk="0">
                  <a:moveTo>
                    <a:pt x="1" y="1"/>
                  </a:moveTo>
                  <a:cubicBezTo>
                    <a:pt x="75" y="149"/>
                    <a:pt x="100" y="273"/>
                    <a:pt x="100" y="422"/>
                  </a:cubicBezTo>
                  <a:lnTo>
                    <a:pt x="100" y="1067"/>
                  </a:lnTo>
                  <a:cubicBezTo>
                    <a:pt x="100" y="1215"/>
                    <a:pt x="75" y="1339"/>
                    <a:pt x="1" y="1463"/>
                  </a:cubicBezTo>
                  <a:lnTo>
                    <a:pt x="16040" y="1463"/>
                  </a:lnTo>
                  <a:cubicBezTo>
                    <a:pt x="15965" y="1339"/>
                    <a:pt x="15940" y="1215"/>
                    <a:pt x="15940" y="1067"/>
                  </a:cubicBezTo>
                  <a:lnTo>
                    <a:pt x="15940" y="422"/>
                  </a:lnTo>
                  <a:cubicBezTo>
                    <a:pt x="15940" y="273"/>
                    <a:pt x="15965" y="149"/>
                    <a:pt x="16040" y="1"/>
                  </a:cubicBez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5"/>
            <p:cNvSpPr/>
            <p:nvPr/>
          </p:nvSpPr>
          <p:spPr>
            <a:xfrm>
              <a:off x="6938150" y="3271725"/>
              <a:ext cx="401000" cy="19875"/>
            </a:xfrm>
            <a:custGeom>
              <a:avLst/>
              <a:gdLst/>
              <a:ahLst/>
              <a:cxnLst/>
              <a:rect l="l" t="t" r="r" b="b"/>
              <a:pathLst>
                <a:path w="16040" h="795" extrusionOk="0">
                  <a:moveTo>
                    <a:pt x="100" y="1"/>
                  </a:moveTo>
                  <a:lnTo>
                    <a:pt x="100" y="398"/>
                  </a:lnTo>
                  <a:cubicBezTo>
                    <a:pt x="100" y="546"/>
                    <a:pt x="75" y="670"/>
                    <a:pt x="1" y="794"/>
                  </a:cubicBezTo>
                  <a:lnTo>
                    <a:pt x="16040" y="794"/>
                  </a:lnTo>
                  <a:cubicBezTo>
                    <a:pt x="15965" y="670"/>
                    <a:pt x="15940" y="546"/>
                    <a:pt x="15940" y="398"/>
                  </a:cubicBezTo>
                  <a:lnTo>
                    <a:pt x="15940" y="1"/>
                  </a:lnTo>
                  <a:close/>
                </a:path>
              </a:pathLst>
            </a:custGeom>
            <a:solidFill>
              <a:srgbClr val="F9ED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5"/>
            <p:cNvSpPr/>
            <p:nvPr/>
          </p:nvSpPr>
          <p:spPr>
            <a:xfrm>
              <a:off x="6895400" y="3242600"/>
              <a:ext cx="50825" cy="66350"/>
            </a:xfrm>
            <a:custGeom>
              <a:avLst/>
              <a:gdLst/>
              <a:ahLst/>
              <a:cxnLst/>
              <a:rect l="l" t="t" r="r" b="b"/>
              <a:pathLst>
                <a:path w="2033" h="2654" extrusionOk="0">
                  <a:moveTo>
                    <a:pt x="1017" y="1"/>
                  </a:moveTo>
                  <a:cubicBezTo>
                    <a:pt x="521" y="1"/>
                    <a:pt x="99" y="422"/>
                    <a:pt x="99" y="918"/>
                  </a:cubicBezTo>
                  <a:lnTo>
                    <a:pt x="99" y="1563"/>
                  </a:lnTo>
                  <a:cubicBezTo>
                    <a:pt x="0" y="2133"/>
                    <a:pt x="446" y="2653"/>
                    <a:pt x="1017" y="2653"/>
                  </a:cubicBezTo>
                  <a:cubicBezTo>
                    <a:pt x="1587" y="2653"/>
                    <a:pt x="2033" y="2133"/>
                    <a:pt x="1934" y="1563"/>
                  </a:cubicBezTo>
                  <a:lnTo>
                    <a:pt x="1934" y="918"/>
                  </a:lnTo>
                  <a:cubicBezTo>
                    <a:pt x="1909" y="422"/>
                    <a:pt x="1512" y="1"/>
                    <a:pt x="1017" y="1"/>
                  </a:cubicBezTo>
                  <a:close/>
                </a:path>
              </a:pathLst>
            </a:custGeom>
            <a:solidFill>
              <a:srgbClr val="F9ED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5"/>
            <p:cNvSpPr/>
            <p:nvPr/>
          </p:nvSpPr>
          <p:spPr>
            <a:xfrm>
              <a:off x="7333550" y="3242600"/>
              <a:ext cx="46500" cy="62000"/>
            </a:xfrm>
            <a:custGeom>
              <a:avLst/>
              <a:gdLst/>
              <a:ahLst/>
              <a:cxnLst/>
              <a:rect l="l" t="t" r="r" b="b"/>
              <a:pathLst>
                <a:path w="1860" h="2480" extrusionOk="0">
                  <a:moveTo>
                    <a:pt x="918" y="1"/>
                  </a:moveTo>
                  <a:cubicBezTo>
                    <a:pt x="422" y="1"/>
                    <a:pt x="0" y="422"/>
                    <a:pt x="0" y="918"/>
                  </a:cubicBezTo>
                  <a:lnTo>
                    <a:pt x="0" y="1563"/>
                  </a:lnTo>
                  <a:cubicBezTo>
                    <a:pt x="0" y="2058"/>
                    <a:pt x="397" y="2480"/>
                    <a:pt x="918" y="2480"/>
                  </a:cubicBezTo>
                  <a:cubicBezTo>
                    <a:pt x="1438" y="2480"/>
                    <a:pt x="1860" y="2058"/>
                    <a:pt x="1860" y="1563"/>
                  </a:cubicBezTo>
                  <a:lnTo>
                    <a:pt x="1860" y="918"/>
                  </a:lnTo>
                  <a:cubicBezTo>
                    <a:pt x="1835" y="422"/>
                    <a:pt x="1413" y="1"/>
                    <a:pt x="918" y="1"/>
                  </a:cubicBezTo>
                  <a:close/>
                </a:path>
              </a:pathLst>
            </a:custGeom>
            <a:solidFill>
              <a:srgbClr val="F9ED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5"/>
            <p:cNvSpPr/>
            <p:nvPr/>
          </p:nvSpPr>
          <p:spPr>
            <a:xfrm>
              <a:off x="6897875" y="3242875"/>
              <a:ext cx="35975" cy="61725"/>
            </a:xfrm>
            <a:custGeom>
              <a:avLst/>
              <a:gdLst/>
              <a:ahLst/>
              <a:cxnLst/>
              <a:rect l="l" t="t" r="r" b="b"/>
              <a:pathLst>
                <a:path w="1439" h="2469" extrusionOk="0">
                  <a:moveTo>
                    <a:pt x="947" y="1"/>
                  </a:moveTo>
                  <a:cubicBezTo>
                    <a:pt x="464" y="1"/>
                    <a:pt x="19" y="371"/>
                    <a:pt x="0" y="907"/>
                  </a:cubicBezTo>
                  <a:lnTo>
                    <a:pt x="0" y="1552"/>
                  </a:lnTo>
                  <a:cubicBezTo>
                    <a:pt x="0" y="2047"/>
                    <a:pt x="422" y="2469"/>
                    <a:pt x="942" y="2469"/>
                  </a:cubicBezTo>
                  <a:cubicBezTo>
                    <a:pt x="1116" y="2469"/>
                    <a:pt x="1289" y="2419"/>
                    <a:pt x="1438" y="2320"/>
                  </a:cubicBezTo>
                  <a:cubicBezTo>
                    <a:pt x="1190" y="2147"/>
                    <a:pt x="1017" y="1874"/>
                    <a:pt x="1017" y="1552"/>
                  </a:cubicBezTo>
                  <a:lnTo>
                    <a:pt x="1017" y="907"/>
                  </a:lnTo>
                  <a:cubicBezTo>
                    <a:pt x="1017" y="585"/>
                    <a:pt x="1165" y="312"/>
                    <a:pt x="1438" y="139"/>
                  </a:cubicBezTo>
                  <a:cubicBezTo>
                    <a:pt x="1280" y="44"/>
                    <a:pt x="1111" y="1"/>
                    <a:pt x="947" y="1"/>
                  </a:cubicBez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5"/>
            <p:cNvSpPr/>
            <p:nvPr/>
          </p:nvSpPr>
          <p:spPr>
            <a:xfrm>
              <a:off x="7333550" y="3242600"/>
              <a:ext cx="35350" cy="62000"/>
            </a:xfrm>
            <a:custGeom>
              <a:avLst/>
              <a:gdLst/>
              <a:ahLst/>
              <a:cxnLst/>
              <a:rect l="l" t="t" r="r" b="b"/>
              <a:pathLst>
                <a:path w="1414" h="2480" extrusionOk="0">
                  <a:moveTo>
                    <a:pt x="918" y="1"/>
                  </a:moveTo>
                  <a:cubicBezTo>
                    <a:pt x="422" y="1"/>
                    <a:pt x="0" y="422"/>
                    <a:pt x="0" y="918"/>
                  </a:cubicBezTo>
                  <a:lnTo>
                    <a:pt x="0" y="1563"/>
                  </a:lnTo>
                  <a:cubicBezTo>
                    <a:pt x="0" y="2058"/>
                    <a:pt x="397" y="2480"/>
                    <a:pt x="918" y="2480"/>
                  </a:cubicBezTo>
                  <a:cubicBezTo>
                    <a:pt x="1091" y="2480"/>
                    <a:pt x="1265" y="2430"/>
                    <a:pt x="1413" y="2331"/>
                  </a:cubicBezTo>
                  <a:cubicBezTo>
                    <a:pt x="1166" y="2158"/>
                    <a:pt x="992" y="1885"/>
                    <a:pt x="992" y="1563"/>
                  </a:cubicBezTo>
                  <a:lnTo>
                    <a:pt x="992" y="918"/>
                  </a:lnTo>
                  <a:cubicBezTo>
                    <a:pt x="992" y="596"/>
                    <a:pt x="1166" y="323"/>
                    <a:pt x="1413" y="150"/>
                  </a:cubicBezTo>
                  <a:cubicBezTo>
                    <a:pt x="1265" y="50"/>
                    <a:pt x="1091" y="1"/>
                    <a:pt x="918" y="1"/>
                  </a:cubicBez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5"/>
            <p:cNvSpPr/>
            <p:nvPr/>
          </p:nvSpPr>
          <p:spPr>
            <a:xfrm>
              <a:off x="6890425" y="3235175"/>
              <a:ext cx="495825" cy="495800"/>
            </a:xfrm>
            <a:custGeom>
              <a:avLst/>
              <a:gdLst/>
              <a:ahLst/>
              <a:cxnLst/>
              <a:rect l="l" t="t" r="r" b="b"/>
              <a:pathLst>
                <a:path w="19833" h="19832" extrusionOk="0">
                  <a:moveTo>
                    <a:pt x="17428" y="1116"/>
                  </a:moveTo>
                  <a:lnTo>
                    <a:pt x="17428" y="1215"/>
                  </a:lnTo>
                  <a:lnTo>
                    <a:pt x="17428" y="1860"/>
                  </a:lnTo>
                  <a:lnTo>
                    <a:pt x="17428" y="1984"/>
                  </a:lnTo>
                  <a:lnTo>
                    <a:pt x="2405" y="1984"/>
                  </a:lnTo>
                  <a:lnTo>
                    <a:pt x="2405" y="1860"/>
                  </a:lnTo>
                  <a:lnTo>
                    <a:pt x="2405" y="1215"/>
                  </a:lnTo>
                  <a:lnTo>
                    <a:pt x="2405" y="1116"/>
                  </a:lnTo>
                  <a:close/>
                  <a:moveTo>
                    <a:pt x="18667" y="602"/>
                  </a:moveTo>
                  <a:cubicBezTo>
                    <a:pt x="18977" y="602"/>
                    <a:pt x="19287" y="806"/>
                    <a:pt x="19287" y="1215"/>
                  </a:cubicBezTo>
                  <a:lnTo>
                    <a:pt x="19287" y="1860"/>
                  </a:lnTo>
                  <a:cubicBezTo>
                    <a:pt x="19287" y="2269"/>
                    <a:pt x="18977" y="2473"/>
                    <a:pt x="18667" y="2473"/>
                  </a:cubicBezTo>
                  <a:cubicBezTo>
                    <a:pt x="18358" y="2473"/>
                    <a:pt x="18048" y="2269"/>
                    <a:pt x="18048" y="1860"/>
                  </a:cubicBezTo>
                  <a:lnTo>
                    <a:pt x="18048" y="1215"/>
                  </a:lnTo>
                  <a:cubicBezTo>
                    <a:pt x="18048" y="806"/>
                    <a:pt x="18358" y="602"/>
                    <a:pt x="18667" y="602"/>
                  </a:cubicBezTo>
                  <a:close/>
                  <a:moveTo>
                    <a:pt x="1216" y="608"/>
                  </a:moveTo>
                  <a:cubicBezTo>
                    <a:pt x="1525" y="608"/>
                    <a:pt x="1835" y="818"/>
                    <a:pt x="1835" y="1240"/>
                  </a:cubicBezTo>
                  <a:lnTo>
                    <a:pt x="1835" y="1860"/>
                  </a:lnTo>
                  <a:cubicBezTo>
                    <a:pt x="1835" y="2207"/>
                    <a:pt x="1563" y="2479"/>
                    <a:pt x="1216" y="2479"/>
                  </a:cubicBezTo>
                  <a:cubicBezTo>
                    <a:pt x="868" y="2479"/>
                    <a:pt x="596" y="2207"/>
                    <a:pt x="596" y="1860"/>
                  </a:cubicBezTo>
                  <a:lnTo>
                    <a:pt x="596" y="1240"/>
                  </a:lnTo>
                  <a:cubicBezTo>
                    <a:pt x="596" y="818"/>
                    <a:pt x="906" y="608"/>
                    <a:pt x="1216" y="608"/>
                  </a:cubicBezTo>
                  <a:close/>
                  <a:moveTo>
                    <a:pt x="5355" y="5281"/>
                  </a:moveTo>
                  <a:lnTo>
                    <a:pt x="5355" y="5281"/>
                  </a:lnTo>
                  <a:cubicBezTo>
                    <a:pt x="5236" y="6711"/>
                    <a:pt x="6378" y="7889"/>
                    <a:pt x="7766" y="7889"/>
                  </a:cubicBezTo>
                  <a:cubicBezTo>
                    <a:pt x="7822" y="7889"/>
                    <a:pt x="7877" y="7887"/>
                    <a:pt x="7934" y="7883"/>
                  </a:cubicBezTo>
                  <a:lnTo>
                    <a:pt x="7934" y="7883"/>
                  </a:lnTo>
                  <a:cubicBezTo>
                    <a:pt x="7586" y="8255"/>
                    <a:pt x="7091" y="8478"/>
                    <a:pt x="6570" y="8478"/>
                  </a:cubicBezTo>
                  <a:cubicBezTo>
                    <a:pt x="4909" y="8454"/>
                    <a:pt x="4141" y="6421"/>
                    <a:pt x="5355" y="5281"/>
                  </a:cubicBezTo>
                  <a:close/>
                  <a:moveTo>
                    <a:pt x="5355" y="2554"/>
                  </a:moveTo>
                  <a:cubicBezTo>
                    <a:pt x="4884" y="4834"/>
                    <a:pt x="3794" y="7412"/>
                    <a:pt x="2158" y="9098"/>
                  </a:cubicBezTo>
                  <a:lnTo>
                    <a:pt x="1513" y="9098"/>
                  </a:lnTo>
                  <a:lnTo>
                    <a:pt x="1513" y="3025"/>
                  </a:lnTo>
                  <a:cubicBezTo>
                    <a:pt x="1811" y="2950"/>
                    <a:pt x="2058" y="2777"/>
                    <a:pt x="2207" y="2554"/>
                  </a:cubicBezTo>
                  <a:close/>
                  <a:moveTo>
                    <a:pt x="8900" y="4016"/>
                  </a:moveTo>
                  <a:lnTo>
                    <a:pt x="8900" y="9420"/>
                  </a:lnTo>
                  <a:lnTo>
                    <a:pt x="3224" y="9420"/>
                  </a:lnTo>
                  <a:cubicBezTo>
                    <a:pt x="3149" y="9321"/>
                    <a:pt x="3025" y="9222"/>
                    <a:pt x="2901" y="9172"/>
                  </a:cubicBezTo>
                  <a:cubicBezTo>
                    <a:pt x="3397" y="8578"/>
                    <a:pt x="3868" y="7933"/>
                    <a:pt x="4240" y="7264"/>
                  </a:cubicBezTo>
                  <a:cubicBezTo>
                    <a:pt x="4541" y="8426"/>
                    <a:pt x="5557" y="9065"/>
                    <a:pt x="6586" y="9065"/>
                  </a:cubicBezTo>
                  <a:cubicBezTo>
                    <a:pt x="7333" y="9065"/>
                    <a:pt x="8088" y="8727"/>
                    <a:pt x="8578" y="8007"/>
                  </a:cubicBezTo>
                  <a:cubicBezTo>
                    <a:pt x="8781" y="7692"/>
                    <a:pt x="8554" y="7275"/>
                    <a:pt x="8214" y="7275"/>
                  </a:cubicBezTo>
                  <a:cubicBezTo>
                    <a:pt x="8179" y="7275"/>
                    <a:pt x="8144" y="7279"/>
                    <a:pt x="8107" y="7288"/>
                  </a:cubicBezTo>
                  <a:cubicBezTo>
                    <a:pt x="7987" y="7312"/>
                    <a:pt x="7868" y="7323"/>
                    <a:pt x="7752" y="7323"/>
                  </a:cubicBezTo>
                  <a:cubicBezTo>
                    <a:pt x="6622" y="7323"/>
                    <a:pt x="5726" y="6278"/>
                    <a:pt x="5950" y="5132"/>
                  </a:cubicBezTo>
                  <a:cubicBezTo>
                    <a:pt x="5995" y="4843"/>
                    <a:pt x="5781" y="4575"/>
                    <a:pt x="5505" y="4575"/>
                  </a:cubicBezTo>
                  <a:cubicBezTo>
                    <a:pt x="5472" y="4575"/>
                    <a:pt x="5439" y="4579"/>
                    <a:pt x="5405" y="4586"/>
                  </a:cubicBezTo>
                  <a:cubicBezTo>
                    <a:pt x="5504" y="4264"/>
                    <a:pt x="5554" y="4066"/>
                    <a:pt x="5579" y="4016"/>
                  </a:cubicBezTo>
                  <a:close/>
                  <a:moveTo>
                    <a:pt x="14280" y="4016"/>
                  </a:moveTo>
                  <a:cubicBezTo>
                    <a:pt x="14875" y="5925"/>
                    <a:pt x="15643" y="7636"/>
                    <a:pt x="16957" y="9148"/>
                  </a:cubicBezTo>
                  <a:lnTo>
                    <a:pt x="16982" y="9148"/>
                  </a:lnTo>
                  <a:cubicBezTo>
                    <a:pt x="16833" y="9222"/>
                    <a:pt x="16734" y="9296"/>
                    <a:pt x="16635" y="9420"/>
                  </a:cubicBezTo>
                  <a:lnTo>
                    <a:pt x="10958" y="9420"/>
                  </a:lnTo>
                  <a:lnTo>
                    <a:pt x="10958" y="4016"/>
                  </a:lnTo>
                  <a:close/>
                  <a:moveTo>
                    <a:pt x="2604" y="9693"/>
                  </a:moveTo>
                  <a:cubicBezTo>
                    <a:pt x="2703" y="9693"/>
                    <a:pt x="2802" y="9767"/>
                    <a:pt x="2802" y="9867"/>
                  </a:cubicBezTo>
                  <a:lnTo>
                    <a:pt x="2802" y="10982"/>
                  </a:lnTo>
                  <a:cubicBezTo>
                    <a:pt x="2802" y="11081"/>
                    <a:pt x="2703" y="11180"/>
                    <a:pt x="2604" y="11180"/>
                  </a:cubicBezTo>
                  <a:lnTo>
                    <a:pt x="1513" y="11180"/>
                  </a:lnTo>
                  <a:lnTo>
                    <a:pt x="1513" y="9693"/>
                  </a:lnTo>
                  <a:close/>
                  <a:moveTo>
                    <a:pt x="18370" y="9693"/>
                  </a:moveTo>
                  <a:lnTo>
                    <a:pt x="18370" y="11180"/>
                  </a:lnTo>
                  <a:lnTo>
                    <a:pt x="17254" y="11180"/>
                  </a:lnTo>
                  <a:cubicBezTo>
                    <a:pt x="17155" y="11180"/>
                    <a:pt x="17081" y="11081"/>
                    <a:pt x="17081" y="10982"/>
                  </a:cubicBezTo>
                  <a:lnTo>
                    <a:pt x="17081" y="9867"/>
                  </a:lnTo>
                  <a:cubicBezTo>
                    <a:pt x="17081" y="9767"/>
                    <a:pt x="17155" y="9693"/>
                    <a:pt x="17254" y="9693"/>
                  </a:cubicBezTo>
                  <a:close/>
                  <a:moveTo>
                    <a:pt x="8900" y="11453"/>
                  </a:moveTo>
                  <a:lnTo>
                    <a:pt x="8900" y="16857"/>
                  </a:lnTo>
                  <a:lnTo>
                    <a:pt x="5405" y="16857"/>
                  </a:lnTo>
                  <a:cubicBezTo>
                    <a:pt x="4934" y="14998"/>
                    <a:pt x="4066" y="13238"/>
                    <a:pt x="2876" y="11701"/>
                  </a:cubicBezTo>
                  <a:cubicBezTo>
                    <a:pt x="3000" y="11651"/>
                    <a:pt x="3124" y="11577"/>
                    <a:pt x="3224" y="11453"/>
                  </a:cubicBezTo>
                  <a:close/>
                  <a:moveTo>
                    <a:pt x="16635" y="11453"/>
                  </a:moveTo>
                  <a:cubicBezTo>
                    <a:pt x="16734" y="11552"/>
                    <a:pt x="16833" y="11651"/>
                    <a:pt x="16957" y="11701"/>
                  </a:cubicBezTo>
                  <a:lnTo>
                    <a:pt x="16982" y="11701"/>
                  </a:lnTo>
                  <a:cubicBezTo>
                    <a:pt x="16213" y="12569"/>
                    <a:pt x="15172" y="14304"/>
                    <a:pt x="14478" y="16857"/>
                  </a:cubicBezTo>
                  <a:lnTo>
                    <a:pt x="10958" y="16857"/>
                  </a:lnTo>
                  <a:lnTo>
                    <a:pt x="10958" y="11453"/>
                  </a:lnTo>
                  <a:close/>
                  <a:moveTo>
                    <a:pt x="2133" y="11751"/>
                  </a:moveTo>
                  <a:cubicBezTo>
                    <a:pt x="3918" y="13585"/>
                    <a:pt x="4934" y="16733"/>
                    <a:pt x="5331" y="19262"/>
                  </a:cubicBezTo>
                  <a:lnTo>
                    <a:pt x="1513" y="19262"/>
                  </a:lnTo>
                  <a:lnTo>
                    <a:pt x="1513" y="11751"/>
                  </a:lnTo>
                  <a:close/>
                  <a:moveTo>
                    <a:pt x="18370" y="11751"/>
                  </a:moveTo>
                  <a:lnTo>
                    <a:pt x="18370" y="19262"/>
                  </a:lnTo>
                  <a:lnTo>
                    <a:pt x="14503" y="19262"/>
                  </a:lnTo>
                  <a:cubicBezTo>
                    <a:pt x="14924" y="16733"/>
                    <a:pt x="15941" y="13585"/>
                    <a:pt x="17701" y="11751"/>
                  </a:cubicBezTo>
                  <a:close/>
                  <a:moveTo>
                    <a:pt x="1216" y="0"/>
                  </a:moveTo>
                  <a:cubicBezTo>
                    <a:pt x="546" y="0"/>
                    <a:pt x="1" y="546"/>
                    <a:pt x="1" y="1215"/>
                  </a:cubicBezTo>
                  <a:lnTo>
                    <a:pt x="1" y="1860"/>
                  </a:lnTo>
                  <a:cubicBezTo>
                    <a:pt x="1" y="2405"/>
                    <a:pt x="397" y="2876"/>
                    <a:pt x="918" y="3025"/>
                  </a:cubicBezTo>
                  <a:lnTo>
                    <a:pt x="918" y="19287"/>
                  </a:lnTo>
                  <a:cubicBezTo>
                    <a:pt x="918" y="19584"/>
                    <a:pt x="1166" y="19832"/>
                    <a:pt x="1488" y="19832"/>
                  </a:cubicBezTo>
                  <a:lnTo>
                    <a:pt x="5355" y="19832"/>
                  </a:lnTo>
                  <a:cubicBezTo>
                    <a:pt x="5702" y="19832"/>
                    <a:pt x="5975" y="19534"/>
                    <a:pt x="5926" y="19187"/>
                  </a:cubicBezTo>
                  <a:cubicBezTo>
                    <a:pt x="5926" y="19088"/>
                    <a:pt x="5876" y="18989"/>
                    <a:pt x="5876" y="18890"/>
                  </a:cubicBezTo>
                  <a:lnTo>
                    <a:pt x="9247" y="18890"/>
                  </a:lnTo>
                  <a:cubicBezTo>
                    <a:pt x="9262" y="18892"/>
                    <a:pt x="9277" y="18893"/>
                    <a:pt x="9291" y="18893"/>
                  </a:cubicBezTo>
                  <a:cubicBezTo>
                    <a:pt x="9654" y="18893"/>
                    <a:pt x="9654" y="18317"/>
                    <a:pt x="9291" y="18317"/>
                  </a:cubicBezTo>
                  <a:cubicBezTo>
                    <a:pt x="9277" y="18317"/>
                    <a:pt x="9262" y="18318"/>
                    <a:pt x="9247" y="18320"/>
                  </a:cubicBezTo>
                  <a:lnTo>
                    <a:pt x="5752" y="18320"/>
                  </a:lnTo>
                  <a:cubicBezTo>
                    <a:pt x="5702" y="18072"/>
                    <a:pt x="5628" y="17725"/>
                    <a:pt x="5554" y="17427"/>
                  </a:cubicBezTo>
                  <a:lnTo>
                    <a:pt x="8999" y="17427"/>
                  </a:lnTo>
                  <a:cubicBezTo>
                    <a:pt x="9272" y="17427"/>
                    <a:pt x="9495" y="17204"/>
                    <a:pt x="9495" y="16932"/>
                  </a:cubicBezTo>
                  <a:lnTo>
                    <a:pt x="9495" y="11354"/>
                  </a:lnTo>
                  <a:cubicBezTo>
                    <a:pt x="9495" y="11106"/>
                    <a:pt x="9272" y="10883"/>
                    <a:pt x="8999" y="10858"/>
                  </a:cubicBezTo>
                  <a:lnTo>
                    <a:pt x="3372" y="10858"/>
                  </a:lnTo>
                  <a:lnTo>
                    <a:pt x="3372" y="9991"/>
                  </a:lnTo>
                  <a:lnTo>
                    <a:pt x="8999" y="9991"/>
                  </a:lnTo>
                  <a:cubicBezTo>
                    <a:pt x="9272" y="9991"/>
                    <a:pt x="9495" y="9767"/>
                    <a:pt x="9495" y="9495"/>
                  </a:cubicBezTo>
                  <a:lnTo>
                    <a:pt x="9495" y="3917"/>
                  </a:lnTo>
                  <a:cubicBezTo>
                    <a:pt x="9495" y="3644"/>
                    <a:pt x="9272" y="3421"/>
                    <a:pt x="8999" y="3421"/>
                  </a:cubicBezTo>
                  <a:lnTo>
                    <a:pt x="5727" y="3421"/>
                  </a:lnTo>
                  <a:cubicBezTo>
                    <a:pt x="5802" y="3149"/>
                    <a:pt x="5876" y="2876"/>
                    <a:pt x="5926" y="2554"/>
                  </a:cubicBezTo>
                  <a:lnTo>
                    <a:pt x="13933" y="2554"/>
                  </a:lnTo>
                  <a:cubicBezTo>
                    <a:pt x="14007" y="2901"/>
                    <a:pt x="14057" y="3149"/>
                    <a:pt x="14131" y="3421"/>
                  </a:cubicBezTo>
                  <a:lnTo>
                    <a:pt x="10859" y="3421"/>
                  </a:lnTo>
                  <a:cubicBezTo>
                    <a:pt x="10586" y="3421"/>
                    <a:pt x="10363" y="3644"/>
                    <a:pt x="10363" y="3917"/>
                  </a:cubicBezTo>
                  <a:lnTo>
                    <a:pt x="10363" y="9495"/>
                  </a:lnTo>
                  <a:cubicBezTo>
                    <a:pt x="10363" y="9767"/>
                    <a:pt x="10586" y="9991"/>
                    <a:pt x="10859" y="9991"/>
                  </a:cubicBezTo>
                  <a:lnTo>
                    <a:pt x="16486" y="9991"/>
                  </a:lnTo>
                  <a:lnTo>
                    <a:pt x="16486" y="10858"/>
                  </a:lnTo>
                  <a:lnTo>
                    <a:pt x="10859" y="10858"/>
                  </a:lnTo>
                  <a:cubicBezTo>
                    <a:pt x="10586" y="10883"/>
                    <a:pt x="10363" y="11106"/>
                    <a:pt x="10363" y="11354"/>
                  </a:cubicBezTo>
                  <a:lnTo>
                    <a:pt x="10363" y="16932"/>
                  </a:lnTo>
                  <a:cubicBezTo>
                    <a:pt x="10363" y="17204"/>
                    <a:pt x="10586" y="17427"/>
                    <a:pt x="10859" y="17452"/>
                  </a:cubicBezTo>
                  <a:lnTo>
                    <a:pt x="14304" y="17452"/>
                  </a:lnTo>
                  <a:cubicBezTo>
                    <a:pt x="14255" y="17626"/>
                    <a:pt x="14156" y="18022"/>
                    <a:pt x="14106" y="18320"/>
                  </a:cubicBezTo>
                  <a:lnTo>
                    <a:pt x="10611" y="18320"/>
                  </a:lnTo>
                  <a:cubicBezTo>
                    <a:pt x="10264" y="18345"/>
                    <a:pt x="10264" y="18865"/>
                    <a:pt x="10611" y="18890"/>
                  </a:cubicBezTo>
                  <a:lnTo>
                    <a:pt x="13982" y="18890"/>
                  </a:lnTo>
                  <a:cubicBezTo>
                    <a:pt x="13957" y="18989"/>
                    <a:pt x="13933" y="19088"/>
                    <a:pt x="13933" y="19187"/>
                  </a:cubicBezTo>
                  <a:cubicBezTo>
                    <a:pt x="13858" y="19534"/>
                    <a:pt x="14131" y="19832"/>
                    <a:pt x="14478" y="19832"/>
                  </a:cubicBezTo>
                  <a:lnTo>
                    <a:pt x="18345" y="19832"/>
                  </a:lnTo>
                  <a:cubicBezTo>
                    <a:pt x="18667" y="19832"/>
                    <a:pt x="18915" y="19584"/>
                    <a:pt x="18915" y="19287"/>
                  </a:cubicBezTo>
                  <a:lnTo>
                    <a:pt x="18915" y="6495"/>
                  </a:lnTo>
                  <a:cubicBezTo>
                    <a:pt x="18940" y="6284"/>
                    <a:pt x="18785" y="6179"/>
                    <a:pt x="18627" y="6179"/>
                  </a:cubicBezTo>
                  <a:cubicBezTo>
                    <a:pt x="18469" y="6179"/>
                    <a:pt x="18308" y="6284"/>
                    <a:pt x="18320" y="6495"/>
                  </a:cubicBezTo>
                  <a:lnTo>
                    <a:pt x="18320" y="9098"/>
                  </a:lnTo>
                  <a:lnTo>
                    <a:pt x="17701" y="9098"/>
                  </a:lnTo>
                  <a:cubicBezTo>
                    <a:pt x="16040" y="7412"/>
                    <a:pt x="14949" y="4834"/>
                    <a:pt x="14503" y="2554"/>
                  </a:cubicBezTo>
                  <a:lnTo>
                    <a:pt x="17651" y="2554"/>
                  </a:lnTo>
                  <a:cubicBezTo>
                    <a:pt x="17800" y="2777"/>
                    <a:pt x="18048" y="2950"/>
                    <a:pt x="18345" y="3025"/>
                  </a:cubicBezTo>
                  <a:lnTo>
                    <a:pt x="18345" y="5132"/>
                  </a:lnTo>
                  <a:cubicBezTo>
                    <a:pt x="18320" y="5355"/>
                    <a:pt x="18475" y="5466"/>
                    <a:pt x="18630" y="5466"/>
                  </a:cubicBezTo>
                  <a:cubicBezTo>
                    <a:pt x="18785" y="5466"/>
                    <a:pt x="18940" y="5355"/>
                    <a:pt x="18915" y="5132"/>
                  </a:cubicBezTo>
                  <a:lnTo>
                    <a:pt x="18915" y="3025"/>
                  </a:lnTo>
                  <a:cubicBezTo>
                    <a:pt x="19461" y="2901"/>
                    <a:pt x="19833" y="2405"/>
                    <a:pt x="19833" y="1860"/>
                  </a:cubicBezTo>
                  <a:lnTo>
                    <a:pt x="19833" y="1215"/>
                  </a:lnTo>
                  <a:cubicBezTo>
                    <a:pt x="19833" y="546"/>
                    <a:pt x="19312" y="0"/>
                    <a:pt x="18643" y="0"/>
                  </a:cubicBezTo>
                  <a:cubicBezTo>
                    <a:pt x="18246" y="0"/>
                    <a:pt x="17874" y="199"/>
                    <a:pt x="17651" y="521"/>
                  </a:cubicBezTo>
                  <a:lnTo>
                    <a:pt x="2207" y="521"/>
                  </a:lnTo>
                  <a:cubicBezTo>
                    <a:pt x="1959" y="199"/>
                    <a:pt x="1612" y="0"/>
                    <a:pt x="1216" y="0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5"/>
            <p:cNvSpPr/>
            <p:nvPr/>
          </p:nvSpPr>
          <p:spPr>
            <a:xfrm>
              <a:off x="7168700" y="3342550"/>
              <a:ext cx="73150" cy="65425"/>
            </a:xfrm>
            <a:custGeom>
              <a:avLst/>
              <a:gdLst/>
              <a:ahLst/>
              <a:cxnLst/>
              <a:rect l="l" t="t" r="r" b="b"/>
              <a:pathLst>
                <a:path w="2926" h="2617" extrusionOk="0">
                  <a:moveTo>
                    <a:pt x="1463" y="812"/>
                  </a:moveTo>
                  <a:cubicBezTo>
                    <a:pt x="1661" y="1184"/>
                    <a:pt x="1686" y="1159"/>
                    <a:pt x="2058" y="1209"/>
                  </a:cubicBezTo>
                  <a:cubicBezTo>
                    <a:pt x="1736" y="1506"/>
                    <a:pt x="1760" y="1531"/>
                    <a:pt x="1835" y="1903"/>
                  </a:cubicBezTo>
                  <a:cubicBezTo>
                    <a:pt x="1655" y="1807"/>
                    <a:pt x="1556" y="1763"/>
                    <a:pt x="1466" y="1763"/>
                  </a:cubicBezTo>
                  <a:cubicBezTo>
                    <a:pt x="1370" y="1763"/>
                    <a:pt x="1282" y="1813"/>
                    <a:pt x="1116" y="1903"/>
                  </a:cubicBezTo>
                  <a:cubicBezTo>
                    <a:pt x="1190" y="1531"/>
                    <a:pt x="1190" y="1506"/>
                    <a:pt x="893" y="1209"/>
                  </a:cubicBezTo>
                  <a:cubicBezTo>
                    <a:pt x="1314" y="1159"/>
                    <a:pt x="1314" y="1109"/>
                    <a:pt x="1463" y="812"/>
                  </a:cubicBezTo>
                  <a:close/>
                  <a:moveTo>
                    <a:pt x="1463" y="0"/>
                  </a:moveTo>
                  <a:cubicBezTo>
                    <a:pt x="1314" y="0"/>
                    <a:pt x="1166" y="81"/>
                    <a:pt x="1091" y="242"/>
                  </a:cubicBezTo>
                  <a:lnTo>
                    <a:pt x="893" y="614"/>
                  </a:lnTo>
                  <a:lnTo>
                    <a:pt x="471" y="688"/>
                  </a:lnTo>
                  <a:cubicBezTo>
                    <a:pt x="124" y="738"/>
                    <a:pt x="0" y="1159"/>
                    <a:pt x="248" y="1382"/>
                  </a:cubicBezTo>
                  <a:lnTo>
                    <a:pt x="546" y="1704"/>
                  </a:lnTo>
                  <a:lnTo>
                    <a:pt x="471" y="2126"/>
                  </a:lnTo>
                  <a:cubicBezTo>
                    <a:pt x="432" y="2402"/>
                    <a:pt x="644" y="2616"/>
                    <a:pt x="895" y="2616"/>
                  </a:cubicBezTo>
                  <a:cubicBezTo>
                    <a:pt x="959" y="2616"/>
                    <a:pt x="1026" y="2602"/>
                    <a:pt x="1091" y="2572"/>
                  </a:cubicBezTo>
                  <a:lnTo>
                    <a:pt x="1463" y="2349"/>
                  </a:lnTo>
                  <a:lnTo>
                    <a:pt x="1835" y="2572"/>
                  </a:lnTo>
                  <a:cubicBezTo>
                    <a:pt x="1900" y="2602"/>
                    <a:pt x="1967" y="2616"/>
                    <a:pt x="2031" y="2616"/>
                  </a:cubicBezTo>
                  <a:cubicBezTo>
                    <a:pt x="2282" y="2616"/>
                    <a:pt x="2494" y="2402"/>
                    <a:pt x="2455" y="2126"/>
                  </a:cubicBezTo>
                  <a:lnTo>
                    <a:pt x="2380" y="1704"/>
                  </a:lnTo>
                  <a:lnTo>
                    <a:pt x="2678" y="1382"/>
                  </a:lnTo>
                  <a:cubicBezTo>
                    <a:pt x="2926" y="1159"/>
                    <a:pt x="2802" y="738"/>
                    <a:pt x="2455" y="688"/>
                  </a:cubicBezTo>
                  <a:lnTo>
                    <a:pt x="2033" y="614"/>
                  </a:lnTo>
                  <a:lnTo>
                    <a:pt x="1835" y="242"/>
                  </a:lnTo>
                  <a:cubicBezTo>
                    <a:pt x="1760" y="81"/>
                    <a:pt x="1612" y="0"/>
                    <a:pt x="1463" y="0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5"/>
            <p:cNvSpPr/>
            <p:nvPr/>
          </p:nvSpPr>
          <p:spPr>
            <a:xfrm>
              <a:off x="7214550" y="3404975"/>
              <a:ext cx="65100" cy="56900"/>
            </a:xfrm>
            <a:custGeom>
              <a:avLst/>
              <a:gdLst/>
              <a:ahLst/>
              <a:cxnLst/>
              <a:rect l="l" t="t" r="r" b="b"/>
              <a:pathLst>
                <a:path w="2604" h="2276" extrusionOk="0">
                  <a:moveTo>
                    <a:pt x="1290" y="813"/>
                  </a:moveTo>
                  <a:cubicBezTo>
                    <a:pt x="1445" y="813"/>
                    <a:pt x="1600" y="905"/>
                    <a:pt x="1662" y="1091"/>
                  </a:cubicBezTo>
                  <a:cubicBezTo>
                    <a:pt x="1538" y="1191"/>
                    <a:pt x="1463" y="1364"/>
                    <a:pt x="1513" y="1538"/>
                  </a:cubicBezTo>
                  <a:cubicBezTo>
                    <a:pt x="1442" y="1591"/>
                    <a:pt x="1364" y="1614"/>
                    <a:pt x="1288" y="1614"/>
                  </a:cubicBezTo>
                  <a:cubicBezTo>
                    <a:pt x="1045" y="1614"/>
                    <a:pt x="824" y="1374"/>
                    <a:pt x="918" y="1091"/>
                  </a:cubicBezTo>
                  <a:cubicBezTo>
                    <a:pt x="980" y="905"/>
                    <a:pt x="1135" y="813"/>
                    <a:pt x="1290" y="813"/>
                  </a:cubicBezTo>
                  <a:close/>
                  <a:moveTo>
                    <a:pt x="1315" y="1"/>
                  </a:moveTo>
                  <a:cubicBezTo>
                    <a:pt x="1178" y="1"/>
                    <a:pt x="1042" y="75"/>
                    <a:pt x="968" y="224"/>
                  </a:cubicBezTo>
                  <a:lnTo>
                    <a:pt x="943" y="224"/>
                  </a:lnTo>
                  <a:lnTo>
                    <a:pt x="794" y="546"/>
                  </a:lnTo>
                  <a:lnTo>
                    <a:pt x="447" y="571"/>
                  </a:lnTo>
                  <a:cubicBezTo>
                    <a:pt x="125" y="620"/>
                    <a:pt x="1" y="1017"/>
                    <a:pt x="224" y="1265"/>
                  </a:cubicBezTo>
                  <a:lnTo>
                    <a:pt x="472" y="1488"/>
                  </a:lnTo>
                  <a:lnTo>
                    <a:pt x="422" y="1810"/>
                  </a:lnTo>
                  <a:cubicBezTo>
                    <a:pt x="383" y="2067"/>
                    <a:pt x="579" y="2276"/>
                    <a:pt x="810" y="2276"/>
                  </a:cubicBezTo>
                  <a:cubicBezTo>
                    <a:pt x="870" y="2276"/>
                    <a:pt x="932" y="2262"/>
                    <a:pt x="992" y="2232"/>
                  </a:cubicBezTo>
                  <a:lnTo>
                    <a:pt x="1290" y="2083"/>
                  </a:lnTo>
                  <a:lnTo>
                    <a:pt x="1612" y="2232"/>
                  </a:lnTo>
                  <a:cubicBezTo>
                    <a:pt x="1673" y="2262"/>
                    <a:pt x="1735" y="2276"/>
                    <a:pt x="1794" y="2276"/>
                  </a:cubicBezTo>
                  <a:cubicBezTo>
                    <a:pt x="2026" y="2276"/>
                    <a:pt x="2222" y="2067"/>
                    <a:pt x="2182" y="1810"/>
                  </a:cubicBezTo>
                  <a:lnTo>
                    <a:pt x="2133" y="1488"/>
                  </a:lnTo>
                  <a:lnTo>
                    <a:pt x="2356" y="1265"/>
                  </a:lnTo>
                  <a:cubicBezTo>
                    <a:pt x="2604" y="1017"/>
                    <a:pt x="2480" y="620"/>
                    <a:pt x="2158" y="571"/>
                  </a:cubicBezTo>
                  <a:lnTo>
                    <a:pt x="1810" y="546"/>
                  </a:lnTo>
                  <a:lnTo>
                    <a:pt x="1662" y="224"/>
                  </a:lnTo>
                  <a:cubicBezTo>
                    <a:pt x="1587" y="75"/>
                    <a:pt x="1451" y="1"/>
                    <a:pt x="1315" y="1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5"/>
            <p:cNvSpPr/>
            <p:nvPr/>
          </p:nvSpPr>
          <p:spPr>
            <a:xfrm>
              <a:off x="7022450" y="3533875"/>
              <a:ext cx="64475" cy="56925"/>
            </a:xfrm>
            <a:custGeom>
              <a:avLst/>
              <a:gdLst/>
              <a:ahLst/>
              <a:cxnLst/>
              <a:rect l="l" t="t" r="r" b="b"/>
              <a:pathLst>
                <a:path w="2579" h="2277" extrusionOk="0">
                  <a:moveTo>
                    <a:pt x="1264" y="819"/>
                  </a:moveTo>
                  <a:cubicBezTo>
                    <a:pt x="1661" y="844"/>
                    <a:pt x="1810" y="1315"/>
                    <a:pt x="1487" y="1538"/>
                  </a:cubicBezTo>
                  <a:cubicBezTo>
                    <a:pt x="1416" y="1591"/>
                    <a:pt x="1338" y="1615"/>
                    <a:pt x="1262" y="1615"/>
                  </a:cubicBezTo>
                  <a:cubicBezTo>
                    <a:pt x="1020" y="1615"/>
                    <a:pt x="798" y="1375"/>
                    <a:pt x="892" y="1092"/>
                  </a:cubicBezTo>
                  <a:cubicBezTo>
                    <a:pt x="1066" y="1092"/>
                    <a:pt x="1215" y="992"/>
                    <a:pt x="1264" y="819"/>
                  </a:cubicBezTo>
                  <a:close/>
                  <a:moveTo>
                    <a:pt x="1298" y="1"/>
                  </a:moveTo>
                  <a:cubicBezTo>
                    <a:pt x="1159" y="1"/>
                    <a:pt x="1016" y="75"/>
                    <a:pt x="942" y="224"/>
                  </a:cubicBezTo>
                  <a:lnTo>
                    <a:pt x="793" y="521"/>
                  </a:lnTo>
                  <a:lnTo>
                    <a:pt x="471" y="571"/>
                  </a:lnTo>
                  <a:cubicBezTo>
                    <a:pt x="149" y="621"/>
                    <a:pt x="0" y="1017"/>
                    <a:pt x="248" y="1265"/>
                  </a:cubicBezTo>
                  <a:lnTo>
                    <a:pt x="446" y="1488"/>
                  </a:lnTo>
                  <a:lnTo>
                    <a:pt x="397" y="1811"/>
                  </a:lnTo>
                  <a:cubicBezTo>
                    <a:pt x="357" y="2067"/>
                    <a:pt x="569" y="2276"/>
                    <a:pt x="794" y="2276"/>
                  </a:cubicBezTo>
                  <a:cubicBezTo>
                    <a:pt x="852" y="2276"/>
                    <a:pt x="911" y="2262"/>
                    <a:pt x="967" y="2232"/>
                  </a:cubicBezTo>
                  <a:lnTo>
                    <a:pt x="1289" y="2083"/>
                  </a:lnTo>
                  <a:lnTo>
                    <a:pt x="1587" y="2232"/>
                  </a:lnTo>
                  <a:cubicBezTo>
                    <a:pt x="1647" y="2262"/>
                    <a:pt x="1709" y="2276"/>
                    <a:pt x="1769" y="2276"/>
                  </a:cubicBezTo>
                  <a:cubicBezTo>
                    <a:pt x="2000" y="2276"/>
                    <a:pt x="2196" y="2067"/>
                    <a:pt x="2157" y="1811"/>
                  </a:cubicBezTo>
                  <a:lnTo>
                    <a:pt x="2107" y="1488"/>
                  </a:lnTo>
                  <a:lnTo>
                    <a:pt x="2355" y="1265"/>
                  </a:lnTo>
                  <a:cubicBezTo>
                    <a:pt x="2578" y="1017"/>
                    <a:pt x="2454" y="621"/>
                    <a:pt x="2132" y="571"/>
                  </a:cubicBezTo>
                  <a:lnTo>
                    <a:pt x="1785" y="521"/>
                  </a:lnTo>
                  <a:lnTo>
                    <a:pt x="1636" y="224"/>
                  </a:lnTo>
                  <a:cubicBezTo>
                    <a:pt x="1574" y="75"/>
                    <a:pt x="1438" y="1"/>
                    <a:pt x="1298" y="1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3" name="Google Shape;693;p35"/>
          <p:cNvSpPr/>
          <p:nvPr/>
        </p:nvSpPr>
        <p:spPr>
          <a:xfrm>
            <a:off x="5394565" y="1185025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35"/>
          <p:cNvSpPr/>
          <p:nvPr/>
        </p:nvSpPr>
        <p:spPr>
          <a:xfrm rot="-2056866">
            <a:off x="7981953" y="4061859"/>
            <a:ext cx="207197" cy="197821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35"/>
          <p:cNvSpPr/>
          <p:nvPr/>
        </p:nvSpPr>
        <p:spPr>
          <a:xfrm>
            <a:off x="2080090" y="1389875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" name="Google Shape;947;p39">
            <a:extLst>
              <a:ext uri="{FF2B5EF4-FFF2-40B4-BE49-F238E27FC236}">
                <a16:creationId xmlns:a16="http://schemas.microsoft.com/office/drawing/2014/main" id="{12211002-C90B-BB52-B7FC-CDA79C6C43F4}"/>
              </a:ext>
            </a:extLst>
          </p:cNvPr>
          <p:cNvGrpSpPr/>
          <p:nvPr/>
        </p:nvGrpSpPr>
        <p:grpSpPr>
          <a:xfrm>
            <a:off x="3639350" y="2552320"/>
            <a:ext cx="362385" cy="303258"/>
            <a:chOff x="7630400" y="1918825"/>
            <a:chExt cx="495200" cy="414400"/>
          </a:xfrm>
        </p:grpSpPr>
        <p:sp>
          <p:nvSpPr>
            <p:cNvPr id="3" name="Google Shape;948;p39">
              <a:extLst>
                <a:ext uri="{FF2B5EF4-FFF2-40B4-BE49-F238E27FC236}">
                  <a16:creationId xmlns:a16="http://schemas.microsoft.com/office/drawing/2014/main" id="{4A6035A5-535F-B60A-7BD0-0ED47C3C7807}"/>
                </a:ext>
              </a:extLst>
            </p:cNvPr>
            <p:cNvSpPr/>
            <p:nvPr/>
          </p:nvSpPr>
          <p:spPr>
            <a:xfrm>
              <a:off x="7696100" y="1926300"/>
              <a:ext cx="112825" cy="132625"/>
            </a:xfrm>
            <a:custGeom>
              <a:avLst/>
              <a:gdLst/>
              <a:ahLst/>
              <a:cxnLst/>
              <a:rect l="l" t="t" r="r" b="b"/>
              <a:pathLst>
                <a:path w="4513" h="5305" extrusionOk="0">
                  <a:moveTo>
                    <a:pt x="2331" y="0"/>
                  </a:moveTo>
                  <a:cubicBezTo>
                    <a:pt x="1042" y="0"/>
                    <a:pt x="0" y="1041"/>
                    <a:pt x="0" y="2330"/>
                  </a:cubicBezTo>
                  <a:lnTo>
                    <a:pt x="0" y="5156"/>
                  </a:lnTo>
                  <a:lnTo>
                    <a:pt x="124" y="5305"/>
                  </a:lnTo>
                  <a:lnTo>
                    <a:pt x="1042" y="5305"/>
                  </a:lnTo>
                  <a:lnTo>
                    <a:pt x="1190" y="5156"/>
                  </a:lnTo>
                  <a:lnTo>
                    <a:pt x="1190" y="2330"/>
                  </a:lnTo>
                  <a:cubicBezTo>
                    <a:pt x="1190" y="1593"/>
                    <a:pt x="1772" y="1167"/>
                    <a:pt x="2356" y="1167"/>
                  </a:cubicBezTo>
                  <a:cubicBezTo>
                    <a:pt x="2773" y="1167"/>
                    <a:pt x="3190" y="1384"/>
                    <a:pt x="3397" y="1859"/>
                  </a:cubicBezTo>
                  <a:lnTo>
                    <a:pt x="3421" y="1859"/>
                  </a:lnTo>
                  <a:lnTo>
                    <a:pt x="3595" y="1983"/>
                  </a:lnTo>
                  <a:lnTo>
                    <a:pt x="4512" y="1661"/>
                  </a:lnTo>
                  <a:lnTo>
                    <a:pt x="4512" y="1463"/>
                  </a:lnTo>
                  <a:cubicBezTo>
                    <a:pt x="4165" y="570"/>
                    <a:pt x="3297" y="0"/>
                    <a:pt x="2355" y="0"/>
                  </a:cubicBez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949;p39">
              <a:extLst>
                <a:ext uri="{FF2B5EF4-FFF2-40B4-BE49-F238E27FC236}">
                  <a16:creationId xmlns:a16="http://schemas.microsoft.com/office/drawing/2014/main" id="{DCE079FA-FC2D-60B3-E5A9-3DE02D2B417B}"/>
                </a:ext>
              </a:extLst>
            </p:cNvPr>
            <p:cNvSpPr/>
            <p:nvPr/>
          </p:nvSpPr>
          <p:spPr>
            <a:xfrm>
              <a:off x="7696100" y="1926300"/>
              <a:ext cx="66950" cy="132625"/>
            </a:xfrm>
            <a:custGeom>
              <a:avLst/>
              <a:gdLst/>
              <a:ahLst/>
              <a:cxnLst/>
              <a:rect l="l" t="t" r="r" b="b"/>
              <a:pathLst>
                <a:path w="2678" h="5305" extrusionOk="0">
                  <a:moveTo>
                    <a:pt x="2331" y="0"/>
                  </a:moveTo>
                  <a:cubicBezTo>
                    <a:pt x="1042" y="0"/>
                    <a:pt x="0" y="1041"/>
                    <a:pt x="0" y="2330"/>
                  </a:cubicBezTo>
                  <a:lnTo>
                    <a:pt x="0" y="5156"/>
                  </a:lnTo>
                  <a:lnTo>
                    <a:pt x="124" y="5305"/>
                  </a:lnTo>
                  <a:lnTo>
                    <a:pt x="794" y="5305"/>
                  </a:lnTo>
                  <a:lnTo>
                    <a:pt x="670" y="5156"/>
                  </a:lnTo>
                  <a:lnTo>
                    <a:pt x="670" y="2330"/>
                  </a:lnTo>
                  <a:cubicBezTo>
                    <a:pt x="670" y="1165"/>
                    <a:pt x="1537" y="174"/>
                    <a:pt x="2678" y="25"/>
                  </a:cubicBezTo>
                  <a:cubicBezTo>
                    <a:pt x="2554" y="0"/>
                    <a:pt x="2455" y="0"/>
                    <a:pt x="2331" y="0"/>
                  </a:cubicBezTo>
                  <a:close/>
                </a:path>
              </a:pathLst>
            </a:custGeom>
            <a:solidFill>
              <a:srgbClr val="C3BE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950;p39">
              <a:extLst>
                <a:ext uri="{FF2B5EF4-FFF2-40B4-BE49-F238E27FC236}">
                  <a16:creationId xmlns:a16="http://schemas.microsoft.com/office/drawing/2014/main" id="{2934C7B8-99C7-47AC-F4D9-48DBCDC231A2}"/>
                </a:ext>
              </a:extLst>
            </p:cNvPr>
            <p:cNvSpPr/>
            <p:nvPr/>
          </p:nvSpPr>
          <p:spPr>
            <a:xfrm>
              <a:off x="7763025" y="1956025"/>
              <a:ext cx="34125" cy="19875"/>
            </a:xfrm>
            <a:custGeom>
              <a:avLst/>
              <a:gdLst/>
              <a:ahLst/>
              <a:cxnLst/>
              <a:rect l="l" t="t" r="r" b="b"/>
              <a:pathLst>
                <a:path w="1365" h="795" extrusionOk="0">
                  <a:moveTo>
                    <a:pt x="323" y="1"/>
                  </a:moveTo>
                  <a:cubicBezTo>
                    <a:pt x="224" y="1"/>
                    <a:pt x="100" y="1"/>
                    <a:pt x="1" y="51"/>
                  </a:cubicBezTo>
                  <a:cubicBezTo>
                    <a:pt x="323" y="150"/>
                    <a:pt x="596" y="373"/>
                    <a:pt x="720" y="695"/>
                  </a:cubicBezTo>
                  <a:lnTo>
                    <a:pt x="744" y="695"/>
                  </a:lnTo>
                  <a:lnTo>
                    <a:pt x="893" y="794"/>
                  </a:lnTo>
                  <a:lnTo>
                    <a:pt x="1364" y="645"/>
                  </a:lnTo>
                  <a:cubicBezTo>
                    <a:pt x="1166" y="249"/>
                    <a:pt x="769" y="1"/>
                    <a:pt x="323" y="1"/>
                  </a:cubicBezTo>
                  <a:close/>
                </a:path>
              </a:pathLst>
            </a:custGeom>
            <a:solidFill>
              <a:srgbClr val="C3BE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51;p39">
              <a:extLst>
                <a:ext uri="{FF2B5EF4-FFF2-40B4-BE49-F238E27FC236}">
                  <a16:creationId xmlns:a16="http://schemas.microsoft.com/office/drawing/2014/main" id="{D578DA6D-6F67-567A-2866-8F8917DED19C}"/>
                </a:ext>
              </a:extLst>
            </p:cNvPr>
            <p:cNvSpPr/>
            <p:nvPr/>
          </p:nvSpPr>
          <p:spPr>
            <a:xfrm>
              <a:off x="7998525" y="2268375"/>
              <a:ext cx="61425" cy="58575"/>
            </a:xfrm>
            <a:custGeom>
              <a:avLst/>
              <a:gdLst/>
              <a:ahLst/>
              <a:cxnLst/>
              <a:rect l="l" t="t" r="r" b="b"/>
              <a:pathLst>
                <a:path w="2457" h="2343" extrusionOk="0">
                  <a:moveTo>
                    <a:pt x="1463" y="1"/>
                  </a:moveTo>
                  <a:lnTo>
                    <a:pt x="100" y="645"/>
                  </a:lnTo>
                  <a:lnTo>
                    <a:pt x="1" y="794"/>
                  </a:lnTo>
                  <a:lnTo>
                    <a:pt x="472" y="1786"/>
                  </a:lnTo>
                  <a:cubicBezTo>
                    <a:pt x="634" y="2179"/>
                    <a:pt x="945" y="2343"/>
                    <a:pt x="1258" y="2343"/>
                  </a:cubicBezTo>
                  <a:cubicBezTo>
                    <a:pt x="1852" y="2343"/>
                    <a:pt x="2456" y="1756"/>
                    <a:pt x="2083" y="1042"/>
                  </a:cubicBezTo>
                  <a:lnTo>
                    <a:pt x="1612" y="50"/>
                  </a:lnTo>
                  <a:lnTo>
                    <a:pt x="1463" y="1"/>
                  </a:lnTo>
                  <a:close/>
                </a:path>
              </a:pathLst>
            </a:custGeom>
            <a:solidFill>
              <a:srgbClr val="F9ED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52;p39">
              <a:extLst>
                <a:ext uri="{FF2B5EF4-FFF2-40B4-BE49-F238E27FC236}">
                  <a16:creationId xmlns:a16="http://schemas.microsoft.com/office/drawing/2014/main" id="{2A61D8B2-452B-6ECF-9386-EF684CD26805}"/>
                </a:ext>
              </a:extLst>
            </p:cNvPr>
            <p:cNvSpPr/>
            <p:nvPr/>
          </p:nvSpPr>
          <p:spPr>
            <a:xfrm>
              <a:off x="7697450" y="2269625"/>
              <a:ext cx="60025" cy="56350"/>
            </a:xfrm>
            <a:custGeom>
              <a:avLst/>
              <a:gdLst/>
              <a:ahLst/>
              <a:cxnLst/>
              <a:rect l="l" t="t" r="r" b="b"/>
              <a:pathLst>
                <a:path w="2401" h="2254" extrusionOk="0">
                  <a:moveTo>
                    <a:pt x="789" y="0"/>
                  </a:moveTo>
                  <a:lnTo>
                    <a:pt x="343" y="992"/>
                  </a:lnTo>
                  <a:cubicBezTo>
                    <a:pt x="1" y="1692"/>
                    <a:pt x="580" y="2254"/>
                    <a:pt x="1157" y="2254"/>
                  </a:cubicBezTo>
                  <a:cubicBezTo>
                    <a:pt x="1459" y="2254"/>
                    <a:pt x="1760" y="2101"/>
                    <a:pt x="1930" y="1736"/>
                  </a:cubicBezTo>
                  <a:lnTo>
                    <a:pt x="2401" y="744"/>
                  </a:lnTo>
                  <a:lnTo>
                    <a:pt x="2351" y="62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rgbClr val="F9ED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53;p39">
              <a:extLst>
                <a:ext uri="{FF2B5EF4-FFF2-40B4-BE49-F238E27FC236}">
                  <a16:creationId xmlns:a16="http://schemas.microsoft.com/office/drawing/2014/main" id="{E7C34F9A-60DE-4F9B-B876-3BCBD975B782}"/>
                </a:ext>
              </a:extLst>
            </p:cNvPr>
            <p:cNvSpPr/>
            <p:nvPr/>
          </p:nvSpPr>
          <p:spPr>
            <a:xfrm>
              <a:off x="7998525" y="2267775"/>
              <a:ext cx="44025" cy="57725"/>
            </a:xfrm>
            <a:custGeom>
              <a:avLst/>
              <a:gdLst/>
              <a:ahLst/>
              <a:cxnLst/>
              <a:rect l="l" t="t" r="r" b="b"/>
              <a:pathLst>
                <a:path w="1761" h="2309" extrusionOk="0">
                  <a:moveTo>
                    <a:pt x="1439" y="0"/>
                  </a:moveTo>
                  <a:lnTo>
                    <a:pt x="75" y="669"/>
                  </a:lnTo>
                  <a:lnTo>
                    <a:pt x="1" y="818"/>
                  </a:lnTo>
                  <a:lnTo>
                    <a:pt x="447" y="1810"/>
                  </a:lnTo>
                  <a:cubicBezTo>
                    <a:pt x="611" y="2119"/>
                    <a:pt x="935" y="2308"/>
                    <a:pt x="1273" y="2308"/>
                  </a:cubicBezTo>
                  <a:cubicBezTo>
                    <a:pt x="1395" y="2308"/>
                    <a:pt x="1518" y="2284"/>
                    <a:pt x="1637" y="2231"/>
                  </a:cubicBezTo>
                  <a:cubicBezTo>
                    <a:pt x="1686" y="2206"/>
                    <a:pt x="1711" y="2181"/>
                    <a:pt x="1761" y="2157"/>
                  </a:cubicBezTo>
                  <a:cubicBezTo>
                    <a:pt x="1612" y="2082"/>
                    <a:pt x="1513" y="1934"/>
                    <a:pt x="1439" y="1810"/>
                  </a:cubicBezTo>
                  <a:lnTo>
                    <a:pt x="1017" y="917"/>
                  </a:lnTo>
                  <a:cubicBezTo>
                    <a:pt x="992" y="868"/>
                    <a:pt x="992" y="793"/>
                    <a:pt x="1017" y="719"/>
                  </a:cubicBezTo>
                  <a:cubicBezTo>
                    <a:pt x="1042" y="694"/>
                    <a:pt x="1067" y="669"/>
                    <a:pt x="1116" y="645"/>
                  </a:cubicBezTo>
                  <a:lnTo>
                    <a:pt x="1736" y="347"/>
                  </a:lnTo>
                  <a:lnTo>
                    <a:pt x="1587" y="50"/>
                  </a:lnTo>
                  <a:lnTo>
                    <a:pt x="1439" y="0"/>
                  </a:ln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54;p39">
              <a:extLst>
                <a:ext uri="{FF2B5EF4-FFF2-40B4-BE49-F238E27FC236}">
                  <a16:creationId xmlns:a16="http://schemas.microsoft.com/office/drawing/2014/main" id="{9DDF9441-71CB-8376-DE99-26A05ED3E462}"/>
                </a:ext>
              </a:extLst>
            </p:cNvPr>
            <p:cNvSpPr/>
            <p:nvPr/>
          </p:nvSpPr>
          <p:spPr>
            <a:xfrm>
              <a:off x="7697600" y="2269625"/>
              <a:ext cx="40675" cy="55925"/>
            </a:xfrm>
            <a:custGeom>
              <a:avLst/>
              <a:gdLst/>
              <a:ahLst/>
              <a:cxnLst/>
              <a:rect l="l" t="t" r="r" b="b"/>
              <a:pathLst>
                <a:path w="1627" h="2237" extrusionOk="0">
                  <a:moveTo>
                    <a:pt x="783" y="0"/>
                  </a:moveTo>
                  <a:lnTo>
                    <a:pt x="312" y="967"/>
                  </a:lnTo>
                  <a:cubicBezTo>
                    <a:pt x="1" y="1609"/>
                    <a:pt x="514" y="2236"/>
                    <a:pt x="1109" y="2236"/>
                  </a:cubicBezTo>
                  <a:cubicBezTo>
                    <a:pt x="1272" y="2236"/>
                    <a:pt x="1441" y="2189"/>
                    <a:pt x="1601" y="2083"/>
                  </a:cubicBezTo>
                  <a:cubicBezTo>
                    <a:pt x="1229" y="1835"/>
                    <a:pt x="1105" y="1364"/>
                    <a:pt x="1304" y="967"/>
                  </a:cubicBezTo>
                  <a:lnTo>
                    <a:pt x="1304" y="967"/>
                  </a:lnTo>
                  <a:lnTo>
                    <a:pt x="1304" y="992"/>
                  </a:lnTo>
                  <a:lnTo>
                    <a:pt x="1626" y="298"/>
                  </a:lnTo>
                  <a:lnTo>
                    <a:pt x="932" y="0"/>
                  </a:ln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55;p39">
              <a:extLst>
                <a:ext uri="{FF2B5EF4-FFF2-40B4-BE49-F238E27FC236}">
                  <a16:creationId xmlns:a16="http://schemas.microsoft.com/office/drawing/2014/main" id="{FA1794F7-2C0B-85CA-CC1E-B3BC78617423}"/>
                </a:ext>
              </a:extLst>
            </p:cNvPr>
            <p:cNvSpPr/>
            <p:nvPr/>
          </p:nvSpPr>
          <p:spPr>
            <a:xfrm>
              <a:off x="7661400" y="2114700"/>
              <a:ext cx="433225" cy="177875"/>
            </a:xfrm>
            <a:custGeom>
              <a:avLst/>
              <a:gdLst/>
              <a:ahLst/>
              <a:cxnLst/>
              <a:rect l="l" t="t" r="r" b="b"/>
              <a:pathLst>
                <a:path w="17329" h="7115" extrusionOk="0">
                  <a:moveTo>
                    <a:pt x="446" y="0"/>
                  </a:moveTo>
                  <a:lnTo>
                    <a:pt x="0" y="372"/>
                  </a:lnTo>
                  <a:lnTo>
                    <a:pt x="0" y="1958"/>
                  </a:lnTo>
                  <a:cubicBezTo>
                    <a:pt x="0" y="4809"/>
                    <a:pt x="2306" y="7115"/>
                    <a:pt x="5156" y="7115"/>
                  </a:cubicBezTo>
                  <a:lnTo>
                    <a:pt x="12147" y="7115"/>
                  </a:lnTo>
                  <a:cubicBezTo>
                    <a:pt x="15023" y="7115"/>
                    <a:pt x="17328" y="4809"/>
                    <a:pt x="17328" y="1958"/>
                  </a:cubicBezTo>
                  <a:lnTo>
                    <a:pt x="17328" y="372"/>
                  </a:lnTo>
                  <a:lnTo>
                    <a:pt x="169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56;p39">
              <a:extLst>
                <a:ext uri="{FF2B5EF4-FFF2-40B4-BE49-F238E27FC236}">
                  <a16:creationId xmlns:a16="http://schemas.microsoft.com/office/drawing/2014/main" id="{3B478C22-8860-9109-8D72-CECEB77F2716}"/>
                </a:ext>
              </a:extLst>
            </p:cNvPr>
            <p:cNvSpPr/>
            <p:nvPr/>
          </p:nvSpPr>
          <p:spPr>
            <a:xfrm>
              <a:off x="7661400" y="2114700"/>
              <a:ext cx="179125" cy="177875"/>
            </a:xfrm>
            <a:custGeom>
              <a:avLst/>
              <a:gdLst/>
              <a:ahLst/>
              <a:cxnLst/>
              <a:rect l="l" t="t" r="r" b="b"/>
              <a:pathLst>
                <a:path w="7165" h="7115" extrusionOk="0">
                  <a:moveTo>
                    <a:pt x="446" y="0"/>
                  </a:moveTo>
                  <a:lnTo>
                    <a:pt x="0" y="372"/>
                  </a:lnTo>
                  <a:lnTo>
                    <a:pt x="0" y="1958"/>
                  </a:lnTo>
                  <a:cubicBezTo>
                    <a:pt x="0" y="4809"/>
                    <a:pt x="2306" y="7115"/>
                    <a:pt x="5181" y="7115"/>
                  </a:cubicBezTo>
                  <a:lnTo>
                    <a:pt x="7164" y="7115"/>
                  </a:lnTo>
                  <a:cubicBezTo>
                    <a:pt x="4314" y="7115"/>
                    <a:pt x="2008" y="4809"/>
                    <a:pt x="1983" y="1958"/>
                  </a:cubicBezTo>
                  <a:lnTo>
                    <a:pt x="1983" y="372"/>
                  </a:lnTo>
                  <a:lnTo>
                    <a:pt x="2430" y="0"/>
                  </a:ln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57;p39">
              <a:extLst>
                <a:ext uri="{FF2B5EF4-FFF2-40B4-BE49-F238E27FC236}">
                  <a16:creationId xmlns:a16="http://schemas.microsoft.com/office/drawing/2014/main" id="{F1614EEA-4D3E-937D-8003-9663857C1A31}"/>
                </a:ext>
              </a:extLst>
            </p:cNvPr>
            <p:cNvSpPr/>
            <p:nvPr/>
          </p:nvSpPr>
          <p:spPr>
            <a:xfrm>
              <a:off x="7662000" y="2055200"/>
              <a:ext cx="99200" cy="33475"/>
            </a:xfrm>
            <a:custGeom>
              <a:avLst/>
              <a:gdLst/>
              <a:ahLst/>
              <a:cxnLst/>
              <a:rect l="l" t="t" r="r" b="b"/>
              <a:pathLst>
                <a:path w="3968" h="1339" extrusionOk="0">
                  <a:moveTo>
                    <a:pt x="472" y="0"/>
                  </a:moveTo>
                  <a:cubicBezTo>
                    <a:pt x="199" y="0"/>
                    <a:pt x="1" y="223"/>
                    <a:pt x="1" y="471"/>
                  </a:cubicBezTo>
                  <a:lnTo>
                    <a:pt x="1" y="1190"/>
                  </a:lnTo>
                  <a:lnTo>
                    <a:pt x="125" y="1339"/>
                  </a:lnTo>
                  <a:lnTo>
                    <a:pt x="3744" y="1339"/>
                  </a:lnTo>
                  <a:lnTo>
                    <a:pt x="3967" y="1190"/>
                  </a:lnTo>
                  <a:lnTo>
                    <a:pt x="3967" y="471"/>
                  </a:lnTo>
                  <a:cubicBezTo>
                    <a:pt x="3967" y="223"/>
                    <a:pt x="3744" y="0"/>
                    <a:pt x="3496" y="0"/>
                  </a:cubicBezTo>
                  <a:close/>
                </a:path>
              </a:pathLst>
            </a:custGeom>
            <a:solidFill>
              <a:srgbClr val="F5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58;p39">
              <a:extLst>
                <a:ext uri="{FF2B5EF4-FFF2-40B4-BE49-F238E27FC236}">
                  <a16:creationId xmlns:a16="http://schemas.microsoft.com/office/drawing/2014/main" id="{30E71DB4-E2AC-8D3A-632E-6985B0CE112C}"/>
                </a:ext>
              </a:extLst>
            </p:cNvPr>
            <p:cNvSpPr/>
            <p:nvPr/>
          </p:nvSpPr>
          <p:spPr>
            <a:xfrm>
              <a:off x="7662000" y="2055200"/>
              <a:ext cx="60775" cy="33475"/>
            </a:xfrm>
            <a:custGeom>
              <a:avLst/>
              <a:gdLst/>
              <a:ahLst/>
              <a:cxnLst/>
              <a:rect l="l" t="t" r="r" b="b"/>
              <a:pathLst>
                <a:path w="2431" h="1339" extrusionOk="0">
                  <a:moveTo>
                    <a:pt x="472" y="0"/>
                  </a:moveTo>
                  <a:cubicBezTo>
                    <a:pt x="199" y="0"/>
                    <a:pt x="1" y="223"/>
                    <a:pt x="1" y="471"/>
                  </a:cubicBezTo>
                  <a:lnTo>
                    <a:pt x="1" y="1190"/>
                  </a:lnTo>
                  <a:lnTo>
                    <a:pt x="125" y="1339"/>
                  </a:lnTo>
                  <a:lnTo>
                    <a:pt x="2133" y="1339"/>
                  </a:lnTo>
                  <a:lnTo>
                    <a:pt x="1984" y="1190"/>
                  </a:lnTo>
                  <a:lnTo>
                    <a:pt x="1959" y="471"/>
                  </a:lnTo>
                  <a:cubicBezTo>
                    <a:pt x="1959" y="223"/>
                    <a:pt x="2182" y="0"/>
                    <a:pt x="2430" y="0"/>
                  </a:cubicBezTo>
                  <a:close/>
                </a:path>
              </a:pathLst>
            </a:custGeom>
            <a:solidFill>
              <a:srgbClr val="E183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59;p39">
              <a:extLst>
                <a:ext uri="{FF2B5EF4-FFF2-40B4-BE49-F238E27FC236}">
                  <a16:creationId xmlns:a16="http://schemas.microsoft.com/office/drawing/2014/main" id="{620B629B-46EE-E86B-06F8-D1A96E06FC50}"/>
                </a:ext>
              </a:extLst>
            </p:cNvPr>
            <p:cNvSpPr/>
            <p:nvPr/>
          </p:nvSpPr>
          <p:spPr>
            <a:xfrm>
              <a:off x="7776050" y="1961850"/>
              <a:ext cx="50225" cy="39825"/>
            </a:xfrm>
            <a:custGeom>
              <a:avLst/>
              <a:gdLst/>
              <a:ahLst/>
              <a:cxnLst/>
              <a:rect l="l" t="t" r="r" b="b"/>
              <a:pathLst>
                <a:path w="2009" h="1593" extrusionOk="0">
                  <a:moveTo>
                    <a:pt x="1481" y="1"/>
                  </a:moveTo>
                  <a:cubicBezTo>
                    <a:pt x="1451" y="1"/>
                    <a:pt x="1420" y="5"/>
                    <a:pt x="1388" y="16"/>
                  </a:cubicBezTo>
                  <a:lnTo>
                    <a:pt x="223" y="437"/>
                  </a:lnTo>
                  <a:cubicBezTo>
                    <a:pt x="75" y="487"/>
                    <a:pt x="0" y="660"/>
                    <a:pt x="50" y="809"/>
                  </a:cubicBezTo>
                  <a:lnTo>
                    <a:pt x="273" y="1404"/>
                  </a:lnTo>
                  <a:cubicBezTo>
                    <a:pt x="312" y="1522"/>
                    <a:pt x="413" y="1593"/>
                    <a:pt x="528" y="1593"/>
                  </a:cubicBezTo>
                  <a:cubicBezTo>
                    <a:pt x="558" y="1593"/>
                    <a:pt x="589" y="1588"/>
                    <a:pt x="620" y="1578"/>
                  </a:cubicBezTo>
                  <a:lnTo>
                    <a:pt x="1785" y="1131"/>
                  </a:lnTo>
                  <a:cubicBezTo>
                    <a:pt x="1934" y="1082"/>
                    <a:pt x="2008" y="933"/>
                    <a:pt x="1959" y="784"/>
                  </a:cubicBezTo>
                  <a:lnTo>
                    <a:pt x="1736" y="189"/>
                  </a:lnTo>
                  <a:cubicBezTo>
                    <a:pt x="1696" y="72"/>
                    <a:pt x="1595" y="1"/>
                    <a:pt x="14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60;p39">
              <a:extLst>
                <a:ext uri="{FF2B5EF4-FFF2-40B4-BE49-F238E27FC236}">
                  <a16:creationId xmlns:a16="http://schemas.microsoft.com/office/drawing/2014/main" id="{7E72EC35-741F-09A2-6BC1-9623CE4F7440}"/>
                </a:ext>
              </a:extLst>
            </p:cNvPr>
            <p:cNvSpPr/>
            <p:nvPr/>
          </p:nvSpPr>
          <p:spPr>
            <a:xfrm>
              <a:off x="7776050" y="1966575"/>
              <a:ext cx="34725" cy="35100"/>
            </a:xfrm>
            <a:custGeom>
              <a:avLst/>
              <a:gdLst/>
              <a:ahLst/>
              <a:cxnLst/>
              <a:rect l="l" t="t" r="r" b="b"/>
              <a:pathLst>
                <a:path w="1389" h="1404" extrusionOk="0">
                  <a:moveTo>
                    <a:pt x="942" y="0"/>
                  </a:moveTo>
                  <a:lnTo>
                    <a:pt x="223" y="248"/>
                  </a:lnTo>
                  <a:cubicBezTo>
                    <a:pt x="75" y="298"/>
                    <a:pt x="0" y="471"/>
                    <a:pt x="75" y="620"/>
                  </a:cubicBezTo>
                  <a:lnTo>
                    <a:pt x="273" y="1215"/>
                  </a:lnTo>
                  <a:cubicBezTo>
                    <a:pt x="312" y="1333"/>
                    <a:pt x="429" y="1404"/>
                    <a:pt x="550" y="1404"/>
                  </a:cubicBezTo>
                  <a:cubicBezTo>
                    <a:pt x="582" y="1404"/>
                    <a:pt x="614" y="1399"/>
                    <a:pt x="645" y="1389"/>
                  </a:cubicBezTo>
                  <a:lnTo>
                    <a:pt x="1388" y="1116"/>
                  </a:lnTo>
                  <a:cubicBezTo>
                    <a:pt x="1289" y="1091"/>
                    <a:pt x="1215" y="1017"/>
                    <a:pt x="1165" y="918"/>
                  </a:cubicBezTo>
                  <a:lnTo>
                    <a:pt x="917" y="248"/>
                  </a:lnTo>
                  <a:cubicBezTo>
                    <a:pt x="893" y="149"/>
                    <a:pt x="893" y="75"/>
                    <a:pt x="942" y="0"/>
                  </a:cubicBez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61;p39">
              <a:extLst>
                <a:ext uri="{FF2B5EF4-FFF2-40B4-BE49-F238E27FC236}">
                  <a16:creationId xmlns:a16="http://schemas.microsoft.com/office/drawing/2014/main" id="{323C003D-5E36-336B-B21C-9C001DDF56CA}"/>
                </a:ext>
              </a:extLst>
            </p:cNvPr>
            <p:cNvSpPr/>
            <p:nvPr/>
          </p:nvSpPr>
          <p:spPr>
            <a:xfrm>
              <a:off x="7637225" y="2084950"/>
              <a:ext cx="481550" cy="39050"/>
            </a:xfrm>
            <a:custGeom>
              <a:avLst/>
              <a:gdLst/>
              <a:ahLst/>
              <a:cxnLst/>
              <a:rect l="l" t="t" r="r" b="b"/>
              <a:pathLst>
                <a:path w="19262" h="1562" extrusionOk="0">
                  <a:moveTo>
                    <a:pt x="496" y="0"/>
                  </a:moveTo>
                  <a:cubicBezTo>
                    <a:pt x="223" y="0"/>
                    <a:pt x="0" y="223"/>
                    <a:pt x="0" y="496"/>
                  </a:cubicBezTo>
                  <a:lnTo>
                    <a:pt x="0" y="1066"/>
                  </a:lnTo>
                  <a:cubicBezTo>
                    <a:pt x="0" y="1339"/>
                    <a:pt x="223" y="1562"/>
                    <a:pt x="496" y="1562"/>
                  </a:cubicBezTo>
                  <a:lnTo>
                    <a:pt x="18766" y="1562"/>
                  </a:lnTo>
                  <a:cubicBezTo>
                    <a:pt x="19039" y="1562"/>
                    <a:pt x="19262" y="1339"/>
                    <a:pt x="19262" y="1066"/>
                  </a:cubicBezTo>
                  <a:lnTo>
                    <a:pt x="19262" y="496"/>
                  </a:lnTo>
                  <a:cubicBezTo>
                    <a:pt x="19262" y="223"/>
                    <a:pt x="19039" y="0"/>
                    <a:pt x="18766" y="0"/>
                  </a:cubicBezTo>
                  <a:close/>
                </a:path>
              </a:pathLst>
            </a:custGeom>
            <a:solidFill>
              <a:srgbClr val="F9ED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62;p39">
              <a:extLst>
                <a:ext uri="{FF2B5EF4-FFF2-40B4-BE49-F238E27FC236}">
                  <a16:creationId xmlns:a16="http://schemas.microsoft.com/office/drawing/2014/main" id="{87585701-73B0-98EC-C127-AA4FD375487B}"/>
                </a:ext>
              </a:extLst>
            </p:cNvPr>
            <p:cNvSpPr/>
            <p:nvPr/>
          </p:nvSpPr>
          <p:spPr>
            <a:xfrm>
              <a:off x="7637225" y="2084950"/>
              <a:ext cx="62000" cy="39050"/>
            </a:xfrm>
            <a:custGeom>
              <a:avLst/>
              <a:gdLst/>
              <a:ahLst/>
              <a:cxnLst/>
              <a:rect l="l" t="t" r="r" b="b"/>
              <a:pathLst>
                <a:path w="2480" h="1562" extrusionOk="0">
                  <a:moveTo>
                    <a:pt x="496" y="0"/>
                  </a:moveTo>
                  <a:cubicBezTo>
                    <a:pt x="223" y="0"/>
                    <a:pt x="0" y="223"/>
                    <a:pt x="0" y="496"/>
                  </a:cubicBezTo>
                  <a:lnTo>
                    <a:pt x="0" y="1066"/>
                  </a:lnTo>
                  <a:cubicBezTo>
                    <a:pt x="0" y="1339"/>
                    <a:pt x="223" y="1562"/>
                    <a:pt x="496" y="1562"/>
                  </a:cubicBezTo>
                  <a:lnTo>
                    <a:pt x="2479" y="1562"/>
                  </a:lnTo>
                  <a:cubicBezTo>
                    <a:pt x="2207" y="1562"/>
                    <a:pt x="1984" y="1339"/>
                    <a:pt x="1984" y="1066"/>
                  </a:cubicBezTo>
                  <a:lnTo>
                    <a:pt x="1984" y="496"/>
                  </a:lnTo>
                  <a:cubicBezTo>
                    <a:pt x="1984" y="223"/>
                    <a:pt x="2207" y="0"/>
                    <a:pt x="2479" y="0"/>
                  </a:cubicBez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63;p39">
              <a:extLst>
                <a:ext uri="{FF2B5EF4-FFF2-40B4-BE49-F238E27FC236}">
                  <a16:creationId xmlns:a16="http://schemas.microsoft.com/office/drawing/2014/main" id="{C6C80CD7-A292-3C07-423F-545851CCB538}"/>
                </a:ext>
              </a:extLst>
            </p:cNvPr>
            <p:cNvSpPr/>
            <p:nvPr/>
          </p:nvSpPr>
          <p:spPr>
            <a:xfrm>
              <a:off x="7630400" y="1918825"/>
              <a:ext cx="495200" cy="414400"/>
            </a:xfrm>
            <a:custGeom>
              <a:avLst/>
              <a:gdLst/>
              <a:ahLst/>
              <a:cxnLst/>
              <a:rect l="l" t="t" r="r" b="b"/>
              <a:pathLst>
                <a:path w="19808" h="16576" extrusionOk="0">
                  <a:moveTo>
                    <a:pt x="7314" y="2010"/>
                  </a:moveTo>
                  <a:lnTo>
                    <a:pt x="7512" y="2580"/>
                  </a:lnTo>
                  <a:lnTo>
                    <a:pt x="6372" y="3001"/>
                  </a:lnTo>
                  <a:lnTo>
                    <a:pt x="6149" y="2431"/>
                  </a:lnTo>
                  <a:lnTo>
                    <a:pt x="7314" y="2010"/>
                  </a:lnTo>
                  <a:close/>
                  <a:moveTo>
                    <a:pt x="4987" y="589"/>
                  </a:moveTo>
                  <a:cubicBezTo>
                    <a:pt x="5653" y="589"/>
                    <a:pt x="6327" y="906"/>
                    <a:pt x="6743" y="1613"/>
                  </a:cubicBezTo>
                  <a:lnTo>
                    <a:pt x="6149" y="1811"/>
                  </a:lnTo>
                  <a:cubicBezTo>
                    <a:pt x="5854" y="1379"/>
                    <a:pt x="5420" y="1185"/>
                    <a:pt x="4988" y="1185"/>
                  </a:cubicBezTo>
                  <a:cubicBezTo>
                    <a:pt x="4258" y="1185"/>
                    <a:pt x="3536" y="1741"/>
                    <a:pt x="3521" y="2629"/>
                  </a:cubicBezTo>
                  <a:lnTo>
                    <a:pt x="3521" y="5158"/>
                  </a:lnTo>
                  <a:lnTo>
                    <a:pt x="2926" y="5158"/>
                  </a:lnTo>
                  <a:lnTo>
                    <a:pt x="2926" y="2629"/>
                  </a:lnTo>
                  <a:cubicBezTo>
                    <a:pt x="2926" y="1360"/>
                    <a:pt x="3947" y="589"/>
                    <a:pt x="4987" y="589"/>
                  </a:cubicBezTo>
                  <a:close/>
                  <a:moveTo>
                    <a:pt x="4735" y="5753"/>
                  </a:moveTo>
                  <a:cubicBezTo>
                    <a:pt x="4835" y="5753"/>
                    <a:pt x="4934" y="5827"/>
                    <a:pt x="4934" y="5926"/>
                  </a:cubicBezTo>
                  <a:lnTo>
                    <a:pt x="4934" y="6372"/>
                  </a:lnTo>
                  <a:lnTo>
                    <a:pt x="1513" y="6372"/>
                  </a:lnTo>
                  <a:lnTo>
                    <a:pt x="1538" y="5926"/>
                  </a:lnTo>
                  <a:cubicBezTo>
                    <a:pt x="1538" y="5827"/>
                    <a:pt x="1612" y="5753"/>
                    <a:pt x="1711" y="5753"/>
                  </a:cubicBezTo>
                  <a:close/>
                  <a:moveTo>
                    <a:pt x="3595" y="14454"/>
                  </a:moveTo>
                  <a:cubicBezTo>
                    <a:pt x="3917" y="14652"/>
                    <a:pt x="4289" y="14826"/>
                    <a:pt x="4661" y="14950"/>
                  </a:cubicBezTo>
                  <a:lnTo>
                    <a:pt x="4364" y="15644"/>
                  </a:lnTo>
                  <a:cubicBezTo>
                    <a:pt x="4253" y="15908"/>
                    <a:pt x="4045" y="16017"/>
                    <a:pt x="3836" y="16017"/>
                  </a:cubicBezTo>
                  <a:cubicBezTo>
                    <a:pt x="3436" y="16017"/>
                    <a:pt x="3029" y="15620"/>
                    <a:pt x="3273" y="15148"/>
                  </a:cubicBezTo>
                  <a:lnTo>
                    <a:pt x="3595" y="14454"/>
                  </a:lnTo>
                  <a:close/>
                  <a:moveTo>
                    <a:pt x="16213" y="14454"/>
                  </a:moveTo>
                  <a:lnTo>
                    <a:pt x="16535" y="15148"/>
                  </a:lnTo>
                  <a:cubicBezTo>
                    <a:pt x="16778" y="15633"/>
                    <a:pt x="16378" y="16023"/>
                    <a:pt x="15980" y="16023"/>
                  </a:cubicBezTo>
                  <a:cubicBezTo>
                    <a:pt x="15768" y="16023"/>
                    <a:pt x="15557" y="15911"/>
                    <a:pt x="15445" y="15644"/>
                  </a:cubicBezTo>
                  <a:lnTo>
                    <a:pt x="15122" y="14950"/>
                  </a:lnTo>
                  <a:cubicBezTo>
                    <a:pt x="15519" y="14826"/>
                    <a:pt x="15866" y="14677"/>
                    <a:pt x="16213" y="14454"/>
                  </a:cubicBezTo>
                  <a:close/>
                  <a:moveTo>
                    <a:pt x="4990" y="0"/>
                  </a:moveTo>
                  <a:cubicBezTo>
                    <a:pt x="3656" y="0"/>
                    <a:pt x="2331" y="981"/>
                    <a:pt x="2331" y="2629"/>
                  </a:cubicBezTo>
                  <a:lnTo>
                    <a:pt x="2331" y="5158"/>
                  </a:lnTo>
                  <a:lnTo>
                    <a:pt x="1711" y="5158"/>
                  </a:lnTo>
                  <a:cubicBezTo>
                    <a:pt x="1290" y="5158"/>
                    <a:pt x="943" y="5505"/>
                    <a:pt x="943" y="5926"/>
                  </a:cubicBezTo>
                  <a:lnTo>
                    <a:pt x="943" y="6348"/>
                  </a:lnTo>
                  <a:lnTo>
                    <a:pt x="769" y="6348"/>
                  </a:lnTo>
                  <a:cubicBezTo>
                    <a:pt x="348" y="6348"/>
                    <a:pt x="1" y="6720"/>
                    <a:pt x="1" y="7141"/>
                  </a:cubicBezTo>
                  <a:lnTo>
                    <a:pt x="1" y="7711"/>
                  </a:lnTo>
                  <a:cubicBezTo>
                    <a:pt x="1" y="8133"/>
                    <a:pt x="348" y="8504"/>
                    <a:pt x="769" y="8504"/>
                  </a:cubicBezTo>
                  <a:lnTo>
                    <a:pt x="943" y="8504"/>
                  </a:lnTo>
                  <a:lnTo>
                    <a:pt x="943" y="9793"/>
                  </a:lnTo>
                  <a:cubicBezTo>
                    <a:pt x="967" y="11479"/>
                    <a:pt x="1761" y="13090"/>
                    <a:pt x="3124" y="14132"/>
                  </a:cubicBezTo>
                  <a:lnTo>
                    <a:pt x="2752" y="14875"/>
                  </a:lnTo>
                  <a:cubicBezTo>
                    <a:pt x="2328" y="15822"/>
                    <a:pt x="3108" y="16576"/>
                    <a:pt x="3874" y="16576"/>
                  </a:cubicBezTo>
                  <a:cubicBezTo>
                    <a:pt x="4271" y="16576"/>
                    <a:pt x="4664" y="16374"/>
                    <a:pt x="4884" y="15892"/>
                  </a:cubicBezTo>
                  <a:lnTo>
                    <a:pt x="5256" y="15098"/>
                  </a:lnTo>
                  <a:cubicBezTo>
                    <a:pt x="5653" y="15197"/>
                    <a:pt x="6025" y="15222"/>
                    <a:pt x="6421" y="15222"/>
                  </a:cubicBezTo>
                  <a:lnTo>
                    <a:pt x="13412" y="15222"/>
                  </a:lnTo>
                  <a:cubicBezTo>
                    <a:pt x="13809" y="15222"/>
                    <a:pt x="14205" y="15197"/>
                    <a:pt x="14577" y="15098"/>
                  </a:cubicBezTo>
                  <a:lnTo>
                    <a:pt x="14949" y="15892"/>
                  </a:lnTo>
                  <a:cubicBezTo>
                    <a:pt x="15177" y="16374"/>
                    <a:pt x="15576" y="16576"/>
                    <a:pt x="15975" y="16576"/>
                  </a:cubicBezTo>
                  <a:cubicBezTo>
                    <a:pt x="16747" y="16576"/>
                    <a:pt x="17522" y="15822"/>
                    <a:pt x="17081" y="14875"/>
                  </a:cubicBezTo>
                  <a:lnTo>
                    <a:pt x="16709" y="14107"/>
                  </a:lnTo>
                  <a:cubicBezTo>
                    <a:pt x="17130" y="13809"/>
                    <a:pt x="17477" y="13437"/>
                    <a:pt x="17800" y="13016"/>
                  </a:cubicBezTo>
                  <a:cubicBezTo>
                    <a:pt x="17899" y="12892"/>
                    <a:pt x="17874" y="12719"/>
                    <a:pt x="17725" y="12619"/>
                  </a:cubicBezTo>
                  <a:cubicBezTo>
                    <a:pt x="17674" y="12578"/>
                    <a:pt x="17613" y="12558"/>
                    <a:pt x="17553" y="12558"/>
                  </a:cubicBezTo>
                  <a:cubicBezTo>
                    <a:pt x="17469" y="12558"/>
                    <a:pt x="17386" y="12597"/>
                    <a:pt x="17329" y="12669"/>
                  </a:cubicBezTo>
                  <a:cubicBezTo>
                    <a:pt x="16411" y="13908"/>
                    <a:pt x="14949" y="14652"/>
                    <a:pt x="13412" y="14652"/>
                  </a:cubicBezTo>
                  <a:lnTo>
                    <a:pt x="6396" y="14652"/>
                  </a:lnTo>
                  <a:cubicBezTo>
                    <a:pt x="3719" y="14652"/>
                    <a:pt x="1538" y="12471"/>
                    <a:pt x="1513" y="9769"/>
                  </a:cubicBezTo>
                  <a:lnTo>
                    <a:pt x="1513" y="8480"/>
                  </a:lnTo>
                  <a:lnTo>
                    <a:pt x="18246" y="8480"/>
                  </a:lnTo>
                  <a:lnTo>
                    <a:pt x="18246" y="9769"/>
                  </a:lnTo>
                  <a:cubicBezTo>
                    <a:pt x="18246" y="10388"/>
                    <a:pt x="18147" y="10983"/>
                    <a:pt x="17924" y="11553"/>
                  </a:cubicBezTo>
                  <a:cubicBezTo>
                    <a:pt x="17849" y="11702"/>
                    <a:pt x="17924" y="11851"/>
                    <a:pt x="18072" y="11925"/>
                  </a:cubicBezTo>
                  <a:cubicBezTo>
                    <a:pt x="18109" y="11936"/>
                    <a:pt x="18144" y="11941"/>
                    <a:pt x="18177" y="11941"/>
                  </a:cubicBezTo>
                  <a:cubicBezTo>
                    <a:pt x="18305" y="11941"/>
                    <a:pt x="18410" y="11869"/>
                    <a:pt x="18469" y="11752"/>
                  </a:cubicBezTo>
                  <a:cubicBezTo>
                    <a:pt x="18717" y="11132"/>
                    <a:pt x="18841" y="10463"/>
                    <a:pt x="18841" y="9769"/>
                  </a:cubicBezTo>
                  <a:lnTo>
                    <a:pt x="18841" y="8480"/>
                  </a:lnTo>
                  <a:lnTo>
                    <a:pt x="19014" y="8480"/>
                  </a:lnTo>
                  <a:cubicBezTo>
                    <a:pt x="19461" y="8480"/>
                    <a:pt x="19808" y="8133"/>
                    <a:pt x="19808" y="7711"/>
                  </a:cubicBezTo>
                  <a:lnTo>
                    <a:pt x="19808" y="7141"/>
                  </a:lnTo>
                  <a:cubicBezTo>
                    <a:pt x="19808" y="6695"/>
                    <a:pt x="19461" y="6348"/>
                    <a:pt x="19014" y="6348"/>
                  </a:cubicBezTo>
                  <a:lnTo>
                    <a:pt x="19039" y="6372"/>
                  </a:lnTo>
                  <a:lnTo>
                    <a:pt x="10561" y="6372"/>
                  </a:lnTo>
                  <a:cubicBezTo>
                    <a:pt x="10553" y="6372"/>
                    <a:pt x="10546" y="6372"/>
                    <a:pt x="10539" y="6372"/>
                  </a:cubicBezTo>
                  <a:cubicBezTo>
                    <a:pt x="10189" y="6372"/>
                    <a:pt x="10197" y="6943"/>
                    <a:pt x="10561" y="6943"/>
                  </a:cubicBezTo>
                  <a:lnTo>
                    <a:pt x="19039" y="6943"/>
                  </a:lnTo>
                  <a:cubicBezTo>
                    <a:pt x="19138" y="6943"/>
                    <a:pt x="19237" y="7042"/>
                    <a:pt x="19237" y="7141"/>
                  </a:cubicBezTo>
                  <a:lnTo>
                    <a:pt x="19237" y="7711"/>
                  </a:lnTo>
                  <a:cubicBezTo>
                    <a:pt x="19237" y="7810"/>
                    <a:pt x="19138" y="7909"/>
                    <a:pt x="19039" y="7909"/>
                  </a:cubicBezTo>
                  <a:lnTo>
                    <a:pt x="744" y="7909"/>
                  </a:lnTo>
                  <a:cubicBezTo>
                    <a:pt x="645" y="7909"/>
                    <a:pt x="546" y="7810"/>
                    <a:pt x="546" y="7711"/>
                  </a:cubicBezTo>
                  <a:lnTo>
                    <a:pt x="546" y="7141"/>
                  </a:lnTo>
                  <a:cubicBezTo>
                    <a:pt x="546" y="7042"/>
                    <a:pt x="645" y="6943"/>
                    <a:pt x="744" y="6943"/>
                  </a:cubicBezTo>
                  <a:lnTo>
                    <a:pt x="9198" y="6943"/>
                  </a:lnTo>
                  <a:cubicBezTo>
                    <a:pt x="9594" y="6943"/>
                    <a:pt x="9594" y="6372"/>
                    <a:pt x="9198" y="6372"/>
                  </a:cubicBezTo>
                  <a:lnTo>
                    <a:pt x="5479" y="6372"/>
                  </a:lnTo>
                  <a:lnTo>
                    <a:pt x="5479" y="5926"/>
                  </a:lnTo>
                  <a:cubicBezTo>
                    <a:pt x="5479" y="5505"/>
                    <a:pt x="5132" y="5158"/>
                    <a:pt x="4711" y="5158"/>
                  </a:cubicBezTo>
                  <a:lnTo>
                    <a:pt x="4091" y="5158"/>
                  </a:lnTo>
                  <a:lnTo>
                    <a:pt x="4091" y="2629"/>
                  </a:lnTo>
                  <a:cubicBezTo>
                    <a:pt x="4091" y="2092"/>
                    <a:pt x="4523" y="1757"/>
                    <a:pt x="4966" y="1757"/>
                  </a:cubicBezTo>
                  <a:cubicBezTo>
                    <a:pt x="5218" y="1757"/>
                    <a:pt x="5473" y="1866"/>
                    <a:pt x="5653" y="2109"/>
                  </a:cubicBezTo>
                  <a:cubicBezTo>
                    <a:pt x="5554" y="2257"/>
                    <a:pt x="5529" y="2456"/>
                    <a:pt x="5603" y="2604"/>
                  </a:cubicBezTo>
                  <a:lnTo>
                    <a:pt x="5801" y="3224"/>
                  </a:lnTo>
                  <a:cubicBezTo>
                    <a:pt x="5896" y="3450"/>
                    <a:pt x="6104" y="3590"/>
                    <a:pt x="6329" y="3590"/>
                  </a:cubicBezTo>
                  <a:cubicBezTo>
                    <a:pt x="6401" y="3590"/>
                    <a:pt x="6474" y="3576"/>
                    <a:pt x="6545" y="3546"/>
                  </a:cubicBezTo>
                  <a:lnTo>
                    <a:pt x="7710" y="3125"/>
                  </a:lnTo>
                  <a:cubicBezTo>
                    <a:pt x="8008" y="3026"/>
                    <a:pt x="8156" y="2704"/>
                    <a:pt x="8057" y="2406"/>
                  </a:cubicBezTo>
                  <a:lnTo>
                    <a:pt x="7834" y="1786"/>
                  </a:lnTo>
                  <a:cubicBezTo>
                    <a:pt x="7760" y="1563"/>
                    <a:pt x="7537" y="1415"/>
                    <a:pt x="7289" y="1415"/>
                  </a:cubicBezTo>
                  <a:cubicBezTo>
                    <a:pt x="6782" y="440"/>
                    <a:pt x="5884" y="0"/>
                    <a:pt x="4990" y="0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608;p35">
            <a:extLst>
              <a:ext uri="{FF2B5EF4-FFF2-40B4-BE49-F238E27FC236}">
                <a16:creationId xmlns:a16="http://schemas.microsoft.com/office/drawing/2014/main" id="{18D4DC65-F521-C06F-FC0B-731F0DFAD99D}"/>
              </a:ext>
            </a:extLst>
          </p:cNvPr>
          <p:cNvSpPr txBox="1"/>
          <p:nvPr/>
        </p:nvSpPr>
        <p:spPr>
          <a:xfrm>
            <a:off x="4233429" y="3506189"/>
            <a:ext cx="19527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Josefin Slab Medium"/>
                <a:ea typeface="Josefin Slab Medium"/>
                <a:cs typeface="Josefin Slab Medium"/>
                <a:sym typeface="Josefin Slab Medium"/>
              </a:rPr>
              <a:t>Wear lose dress</a:t>
            </a:r>
            <a:endParaRPr sz="1500" dirty="0">
              <a:solidFill>
                <a:schemeClr val="dk1"/>
              </a:solidFill>
              <a:latin typeface="Josefin Slab Medium"/>
              <a:ea typeface="Josefin Slab Medium"/>
              <a:cs typeface="Josefin Slab Medium"/>
              <a:sym typeface="Josefin Slab Medium"/>
            </a:endParaRPr>
          </a:p>
        </p:txBody>
      </p:sp>
      <p:grpSp>
        <p:nvGrpSpPr>
          <p:cNvPr id="703" name="Google Shape;825;p39">
            <a:extLst>
              <a:ext uri="{FF2B5EF4-FFF2-40B4-BE49-F238E27FC236}">
                <a16:creationId xmlns:a16="http://schemas.microsoft.com/office/drawing/2014/main" id="{7D9F7C76-CC3C-B914-080C-282C88EA2E0E}"/>
              </a:ext>
            </a:extLst>
          </p:cNvPr>
          <p:cNvGrpSpPr/>
          <p:nvPr/>
        </p:nvGrpSpPr>
        <p:grpSpPr>
          <a:xfrm>
            <a:off x="6786071" y="2595334"/>
            <a:ext cx="286646" cy="362845"/>
            <a:chOff x="1771375" y="2556550"/>
            <a:chExt cx="391700" cy="495825"/>
          </a:xfrm>
        </p:grpSpPr>
        <p:sp>
          <p:nvSpPr>
            <p:cNvPr id="577" name="Google Shape;826;p39">
              <a:extLst>
                <a:ext uri="{FF2B5EF4-FFF2-40B4-BE49-F238E27FC236}">
                  <a16:creationId xmlns:a16="http://schemas.microsoft.com/office/drawing/2014/main" id="{A0C45037-ECC9-EF35-28A8-5E0114C96807}"/>
                </a:ext>
              </a:extLst>
            </p:cNvPr>
            <p:cNvSpPr/>
            <p:nvPr/>
          </p:nvSpPr>
          <p:spPr>
            <a:xfrm>
              <a:off x="1779425" y="2564000"/>
              <a:ext cx="268375" cy="481550"/>
            </a:xfrm>
            <a:custGeom>
              <a:avLst/>
              <a:gdLst/>
              <a:ahLst/>
              <a:cxnLst/>
              <a:rect l="l" t="t" r="r" b="b"/>
              <a:pathLst>
                <a:path w="10735" h="19262" extrusionOk="0">
                  <a:moveTo>
                    <a:pt x="1315" y="0"/>
                  </a:moveTo>
                  <a:cubicBezTo>
                    <a:pt x="571" y="0"/>
                    <a:pt x="1" y="595"/>
                    <a:pt x="1" y="1314"/>
                  </a:cubicBezTo>
                  <a:lnTo>
                    <a:pt x="1" y="17923"/>
                  </a:lnTo>
                  <a:cubicBezTo>
                    <a:pt x="1" y="18667"/>
                    <a:pt x="571" y="19262"/>
                    <a:pt x="1315" y="19262"/>
                  </a:cubicBezTo>
                  <a:lnTo>
                    <a:pt x="9421" y="19262"/>
                  </a:lnTo>
                  <a:cubicBezTo>
                    <a:pt x="10140" y="19262"/>
                    <a:pt x="10735" y="18667"/>
                    <a:pt x="10735" y="17923"/>
                  </a:cubicBezTo>
                  <a:lnTo>
                    <a:pt x="10735" y="8726"/>
                  </a:lnTo>
                  <a:lnTo>
                    <a:pt x="10710" y="8726"/>
                  </a:lnTo>
                  <a:lnTo>
                    <a:pt x="10338" y="8404"/>
                  </a:lnTo>
                  <a:lnTo>
                    <a:pt x="10338" y="6247"/>
                  </a:lnTo>
                  <a:lnTo>
                    <a:pt x="10735" y="5776"/>
                  </a:lnTo>
                  <a:lnTo>
                    <a:pt x="10735" y="1314"/>
                  </a:lnTo>
                  <a:cubicBezTo>
                    <a:pt x="10735" y="595"/>
                    <a:pt x="10140" y="0"/>
                    <a:pt x="9421" y="0"/>
                  </a:cubicBezTo>
                  <a:close/>
                </a:path>
              </a:pathLst>
            </a:custGeom>
            <a:solidFill>
              <a:srgbClr val="43B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827;p39">
              <a:extLst>
                <a:ext uri="{FF2B5EF4-FFF2-40B4-BE49-F238E27FC236}">
                  <a16:creationId xmlns:a16="http://schemas.microsoft.com/office/drawing/2014/main" id="{FF9FBE16-6851-47C4-1D05-48E276592B69}"/>
                </a:ext>
              </a:extLst>
            </p:cNvPr>
            <p:cNvSpPr/>
            <p:nvPr/>
          </p:nvSpPr>
          <p:spPr>
            <a:xfrm>
              <a:off x="1779425" y="2564000"/>
              <a:ext cx="66350" cy="481550"/>
            </a:xfrm>
            <a:custGeom>
              <a:avLst/>
              <a:gdLst/>
              <a:ahLst/>
              <a:cxnLst/>
              <a:rect l="l" t="t" r="r" b="b"/>
              <a:pathLst>
                <a:path w="2654" h="19262" extrusionOk="0">
                  <a:moveTo>
                    <a:pt x="1315" y="0"/>
                  </a:moveTo>
                  <a:cubicBezTo>
                    <a:pt x="571" y="0"/>
                    <a:pt x="1" y="595"/>
                    <a:pt x="1" y="1314"/>
                  </a:cubicBezTo>
                  <a:lnTo>
                    <a:pt x="1" y="17923"/>
                  </a:lnTo>
                  <a:cubicBezTo>
                    <a:pt x="1" y="18667"/>
                    <a:pt x="571" y="19262"/>
                    <a:pt x="1315" y="19262"/>
                  </a:cubicBezTo>
                  <a:lnTo>
                    <a:pt x="2653" y="19262"/>
                  </a:lnTo>
                  <a:cubicBezTo>
                    <a:pt x="1910" y="19262"/>
                    <a:pt x="1339" y="18667"/>
                    <a:pt x="1339" y="17923"/>
                  </a:cubicBezTo>
                  <a:lnTo>
                    <a:pt x="1339" y="1314"/>
                  </a:lnTo>
                  <a:cubicBezTo>
                    <a:pt x="1339" y="595"/>
                    <a:pt x="1910" y="0"/>
                    <a:pt x="2653" y="0"/>
                  </a:cubicBezTo>
                  <a:close/>
                </a:path>
              </a:pathLst>
            </a:custGeom>
            <a:solidFill>
              <a:srgbClr val="43B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828;p39">
              <a:extLst>
                <a:ext uri="{FF2B5EF4-FFF2-40B4-BE49-F238E27FC236}">
                  <a16:creationId xmlns:a16="http://schemas.microsoft.com/office/drawing/2014/main" id="{3FBAA105-1FDA-D12D-1B2B-E23F4CF8A953}"/>
                </a:ext>
              </a:extLst>
            </p:cNvPr>
            <p:cNvSpPr/>
            <p:nvPr/>
          </p:nvSpPr>
          <p:spPr>
            <a:xfrm>
              <a:off x="1809175" y="2649525"/>
              <a:ext cx="213850" cy="321675"/>
            </a:xfrm>
            <a:custGeom>
              <a:avLst/>
              <a:gdLst/>
              <a:ahLst/>
              <a:cxnLst/>
              <a:rect l="l" t="t" r="r" b="b"/>
              <a:pathLst>
                <a:path w="8554" h="12867" extrusionOk="0">
                  <a:moveTo>
                    <a:pt x="1" y="0"/>
                  </a:moveTo>
                  <a:lnTo>
                    <a:pt x="1" y="12742"/>
                  </a:lnTo>
                  <a:cubicBezTo>
                    <a:pt x="1" y="12792"/>
                    <a:pt x="50" y="12866"/>
                    <a:pt x="125" y="12866"/>
                  </a:cubicBezTo>
                  <a:lnTo>
                    <a:pt x="8231" y="12866"/>
                  </a:lnTo>
                  <a:cubicBezTo>
                    <a:pt x="8280" y="12866"/>
                    <a:pt x="8355" y="12792"/>
                    <a:pt x="8355" y="12742"/>
                  </a:cubicBezTo>
                  <a:lnTo>
                    <a:pt x="8355" y="5305"/>
                  </a:lnTo>
                  <a:lnTo>
                    <a:pt x="8553" y="5033"/>
                  </a:lnTo>
                  <a:lnTo>
                    <a:pt x="8553" y="2653"/>
                  </a:lnTo>
                  <a:lnTo>
                    <a:pt x="8355" y="2355"/>
                  </a:lnTo>
                  <a:lnTo>
                    <a:pt x="8355" y="0"/>
                  </a:lnTo>
                  <a:close/>
                </a:path>
              </a:pathLst>
            </a:custGeom>
            <a:solidFill>
              <a:srgbClr val="F5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829;p39">
              <a:extLst>
                <a:ext uri="{FF2B5EF4-FFF2-40B4-BE49-F238E27FC236}">
                  <a16:creationId xmlns:a16="http://schemas.microsoft.com/office/drawing/2014/main" id="{C89D0300-BF77-3216-5FA9-B97FDF7BF60B}"/>
                </a:ext>
              </a:extLst>
            </p:cNvPr>
            <p:cNvSpPr/>
            <p:nvPr/>
          </p:nvSpPr>
          <p:spPr>
            <a:xfrm>
              <a:off x="1809175" y="2650150"/>
              <a:ext cx="40925" cy="321050"/>
            </a:xfrm>
            <a:custGeom>
              <a:avLst/>
              <a:gdLst/>
              <a:ahLst/>
              <a:cxnLst/>
              <a:rect l="l" t="t" r="r" b="b"/>
              <a:pathLst>
                <a:path w="1637" h="12842" extrusionOk="0">
                  <a:moveTo>
                    <a:pt x="1" y="0"/>
                  </a:moveTo>
                  <a:lnTo>
                    <a:pt x="1" y="12717"/>
                  </a:lnTo>
                  <a:cubicBezTo>
                    <a:pt x="1" y="12767"/>
                    <a:pt x="50" y="12841"/>
                    <a:pt x="125" y="12841"/>
                  </a:cubicBezTo>
                  <a:lnTo>
                    <a:pt x="1637" y="12841"/>
                  </a:lnTo>
                  <a:cubicBezTo>
                    <a:pt x="1562" y="12841"/>
                    <a:pt x="1513" y="12767"/>
                    <a:pt x="1513" y="12717"/>
                  </a:cubicBezTo>
                  <a:lnTo>
                    <a:pt x="1513" y="0"/>
                  </a:lnTo>
                  <a:close/>
                </a:path>
              </a:pathLst>
            </a:custGeom>
            <a:solidFill>
              <a:srgbClr val="E183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830;p39">
              <a:extLst>
                <a:ext uri="{FF2B5EF4-FFF2-40B4-BE49-F238E27FC236}">
                  <a16:creationId xmlns:a16="http://schemas.microsoft.com/office/drawing/2014/main" id="{D357F223-E7CD-5E99-62EF-808DE95A44DE}"/>
                </a:ext>
              </a:extLst>
            </p:cNvPr>
            <p:cNvSpPr/>
            <p:nvPr/>
          </p:nvSpPr>
          <p:spPr>
            <a:xfrm>
              <a:off x="1891300" y="2893700"/>
              <a:ext cx="44325" cy="29625"/>
            </a:xfrm>
            <a:custGeom>
              <a:avLst/>
              <a:gdLst/>
              <a:ahLst/>
              <a:cxnLst/>
              <a:rect l="l" t="t" r="r" b="b"/>
              <a:pathLst>
                <a:path w="1773" h="1185" extrusionOk="0">
                  <a:moveTo>
                    <a:pt x="112" y="0"/>
                  </a:moveTo>
                  <a:lnTo>
                    <a:pt x="62" y="50"/>
                  </a:lnTo>
                  <a:cubicBezTo>
                    <a:pt x="38" y="124"/>
                    <a:pt x="38" y="199"/>
                    <a:pt x="38" y="273"/>
                  </a:cubicBezTo>
                  <a:cubicBezTo>
                    <a:pt x="0" y="880"/>
                    <a:pt x="440" y="1184"/>
                    <a:pt x="883" y="1184"/>
                  </a:cubicBezTo>
                  <a:cubicBezTo>
                    <a:pt x="1327" y="1184"/>
                    <a:pt x="1773" y="880"/>
                    <a:pt x="1748" y="273"/>
                  </a:cubicBezTo>
                  <a:cubicBezTo>
                    <a:pt x="1723" y="199"/>
                    <a:pt x="1723" y="124"/>
                    <a:pt x="1698" y="50"/>
                  </a:cubicBezTo>
                  <a:lnTo>
                    <a:pt x="1649" y="0"/>
                  </a:ln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31;p39">
              <a:extLst>
                <a:ext uri="{FF2B5EF4-FFF2-40B4-BE49-F238E27FC236}">
                  <a16:creationId xmlns:a16="http://schemas.microsoft.com/office/drawing/2014/main" id="{0440F446-1802-AE1F-5640-2380D5F6B7FA}"/>
                </a:ext>
              </a:extLst>
            </p:cNvPr>
            <p:cNvSpPr/>
            <p:nvPr/>
          </p:nvSpPr>
          <p:spPr>
            <a:xfrm>
              <a:off x="1892225" y="2893700"/>
              <a:ext cx="31025" cy="28525"/>
            </a:xfrm>
            <a:custGeom>
              <a:avLst/>
              <a:gdLst/>
              <a:ahLst/>
              <a:cxnLst/>
              <a:rect l="l" t="t" r="r" b="b"/>
              <a:pathLst>
                <a:path w="1241" h="1141" extrusionOk="0">
                  <a:moveTo>
                    <a:pt x="75" y="0"/>
                  </a:moveTo>
                  <a:lnTo>
                    <a:pt x="25" y="50"/>
                  </a:lnTo>
                  <a:cubicBezTo>
                    <a:pt x="1" y="124"/>
                    <a:pt x="1" y="199"/>
                    <a:pt x="1" y="298"/>
                  </a:cubicBezTo>
                  <a:cubicBezTo>
                    <a:pt x="1" y="769"/>
                    <a:pt x="372" y="1141"/>
                    <a:pt x="843" y="1141"/>
                  </a:cubicBezTo>
                  <a:cubicBezTo>
                    <a:pt x="992" y="1141"/>
                    <a:pt x="1141" y="1116"/>
                    <a:pt x="1240" y="1042"/>
                  </a:cubicBezTo>
                  <a:cubicBezTo>
                    <a:pt x="967" y="893"/>
                    <a:pt x="794" y="595"/>
                    <a:pt x="794" y="298"/>
                  </a:cubicBezTo>
                  <a:cubicBezTo>
                    <a:pt x="794" y="199"/>
                    <a:pt x="819" y="124"/>
                    <a:pt x="843" y="50"/>
                  </a:cubicBezTo>
                  <a:lnTo>
                    <a:pt x="868" y="0"/>
                  </a:lnTo>
                  <a:close/>
                </a:path>
              </a:pathLst>
            </a:custGeom>
            <a:solidFill>
              <a:srgbClr val="F9ED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32;p39">
              <a:extLst>
                <a:ext uri="{FF2B5EF4-FFF2-40B4-BE49-F238E27FC236}">
                  <a16:creationId xmlns:a16="http://schemas.microsoft.com/office/drawing/2014/main" id="{F630832B-1EDA-4294-D3D4-64495262BFE9}"/>
                </a:ext>
              </a:extLst>
            </p:cNvPr>
            <p:cNvSpPr/>
            <p:nvPr/>
          </p:nvSpPr>
          <p:spPr>
            <a:xfrm>
              <a:off x="1897800" y="2992200"/>
              <a:ext cx="35350" cy="29775"/>
            </a:xfrm>
            <a:custGeom>
              <a:avLst/>
              <a:gdLst/>
              <a:ahLst/>
              <a:cxnLst/>
              <a:rect l="l" t="t" r="r" b="b"/>
              <a:pathLst>
                <a:path w="1414" h="1191" extrusionOk="0">
                  <a:moveTo>
                    <a:pt x="580" y="0"/>
                  </a:moveTo>
                  <a:cubicBezTo>
                    <a:pt x="273" y="0"/>
                    <a:pt x="1" y="264"/>
                    <a:pt x="1" y="597"/>
                  </a:cubicBezTo>
                  <a:cubicBezTo>
                    <a:pt x="1" y="951"/>
                    <a:pt x="299" y="1190"/>
                    <a:pt x="614" y="1190"/>
                  </a:cubicBezTo>
                  <a:cubicBezTo>
                    <a:pt x="763" y="1190"/>
                    <a:pt x="915" y="1137"/>
                    <a:pt x="1042" y="1018"/>
                  </a:cubicBezTo>
                  <a:cubicBezTo>
                    <a:pt x="1414" y="646"/>
                    <a:pt x="1166" y="2"/>
                    <a:pt x="620" y="2"/>
                  </a:cubicBezTo>
                  <a:cubicBezTo>
                    <a:pt x="607" y="1"/>
                    <a:pt x="593" y="0"/>
                    <a:pt x="580" y="0"/>
                  </a:cubicBezTo>
                  <a:close/>
                </a:path>
              </a:pathLst>
            </a:custGeom>
            <a:solidFill>
              <a:srgbClr val="43B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33;p39">
              <a:extLst>
                <a:ext uri="{FF2B5EF4-FFF2-40B4-BE49-F238E27FC236}">
                  <a16:creationId xmlns:a16="http://schemas.microsoft.com/office/drawing/2014/main" id="{F61BD0A3-EEFF-FDD7-7486-6F670ADC415B}"/>
                </a:ext>
              </a:extLst>
            </p:cNvPr>
            <p:cNvSpPr/>
            <p:nvPr/>
          </p:nvSpPr>
          <p:spPr>
            <a:xfrm>
              <a:off x="1899050" y="2718925"/>
              <a:ext cx="29150" cy="29775"/>
            </a:xfrm>
            <a:custGeom>
              <a:avLst/>
              <a:gdLst/>
              <a:ahLst/>
              <a:cxnLst/>
              <a:rect l="l" t="t" r="r" b="b"/>
              <a:pathLst>
                <a:path w="1166" h="1191" extrusionOk="0">
                  <a:moveTo>
                    <a:pt x="570" y="1"/>
                  </a:moveTo>
                  <a:cubicBezTo>
                    <a:pt x="273" y="1"/>
                    <a:pt x="0" y="249"/>
                    <a:pt x="0" y="571"/>
                  </a:cubicBezTo>
                  <a:lnTo>
                    <a:pt x="0" y="1141"/>
                  </a:lnTo>
                  <a:lnTo>
                    <a:pt x="25" y="1191"/>
                  </a:lnTo>
                  <a:lnTo>
                    <a:pt x="1116" y="1191"/>
                  </a:lnTo>
                  <a:lnTo>
                    <a:pt x="1141" y="1141"/>
                  </a:lnTo>
                  <a:lnTo>
                    <a:pt x="1141" y="571"/>
                  </a:lnTo>
                  <a:cubicBezTo>
                    <a:pt x="1165" y="249"/>
                    <a:pt x="893" y="1"/>
                    <a:pt x="570" y="1"/>
                  </a:cubicBezTo>
                  <a:close/>
                </a:path>
              </a:pathLst>
            </a:custGeom>
            <a:solidFill>
              <a:srgbClr val="F9ED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834;p39">
              <a:extLst>
                <a:ext uri="{FF2B5EF4-FFF2-40B4-BE49-F238E27FC236}">
                  <a16:creationId xmlns:a16="http://schemas.microsoft.com/office/drawing/2014/main" id="{45793BC8-AC67-B832-4445-0FF30DE15FA7}"/>
                </a:ext>
              </a:extLst>
            </p:cNvPr>
            <p:cNvSpPr/>
            <p:nvPr/>
          </p:nvSpPr>
          <p:spPr>
            <a:xfrm>
              <a:off x="1899050" y="2718700"/>
              <a:ext cx="22950" cy="30000"/>
            </a:xfrm>
            <a:custGeom>
              <a:avLst/>
              <a:gdLst/>
              <a:ahLst/>
              <a:cxnLst/>
              <a:rect l="l" t="t" r="r" b="b"/>
              <a:pathLst>
                <a:path w="918" h="1200" extrusionOk="0">
                  <a:moveTo>
                    <a:pt x="577" y="0"/>
                  </a:moveTo>
                  <a:cubicBezTo>
                    <a:pt x="275" y="0"/>
                    <a:pt x="0" y="238"/>
                    <a:pt x="0" y="580"/>
                  </a:cubicBezTo>
                  <a:lnTo>
                    <a:pt x="0" y="1150"/>
                  </a:lnTo>
                  <a:lnTo>
                    <a:pt x="25" y="1200"/>
                  </a:lnTo>
                  <a:lnTo>
                    <a:pt x="694" y="1200"/>
                  </a:lnTo>
                  <a:lnTo>
                    <a:pt x="670" y="1150"/>
                  </a:lnTo>
                  <a:lnTo>
                    <a:pt x="670" y="580"/>
                  </a:lnTo>
                  <a:cubicBezTo>
                    <a:pt x="670" y="382"/>
                    <a:pt x="769" y="208"/>
                    <a:pt x="917" y="109"/>
                  </a:cubicBezTo>
                  <a:cubicBezTo>
                    <a:pt x="809" y="34"/>
                    <a:pt x="691" y="0"/>
                    <a:pt x="577" y="0"/>
                  </a:cubicBez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835;p39">
              <a:extLst>
                <a:ext uri="{FF2B5EF4-FFF2-40B4-BE49-F238E27FC236}">
                  <a16:creationId xmlns:a16="http://schemas.microsoft.com/office/drawing/2014/main" id="{9753AC3B-A943-241F-3E65-7A578B4850A6}"/>
                </a:ext>
              </a:extLst>
            </p:cNvPr>
            <p:cNvSpPr/>
            <p:nvPr/>
          </p:nvSpPr>
          <p:spPr>
            <a:xfrm>
              <a:off x="1849475" y="2746200"/>
              <a:ext cx="128300" cy="122725"/>
            </a:xfrm>
            <a:custGeom>
              <a:avLst/>
              <a:gdLst/>
              <a:ahLst/>
              <a:cxnLst/>
              <a:rect l="l" t="t" r="r" b="b"/>
              <a:pathLst>
                <a:path w="5132" h="4909" extrusionOk="0">
                  <a:moveTo>
                    <a:pt x="2553" y="0"/>
                  </a:moveTo>
                  <a:cubicBezTo>
                    <a:pt x="1140" y="0"/>
                    <a:pt x="0" y="1141"/>
                    <a:pt x="0" y="2554"/>
                  </a:cubicBezTo>
                  <a:lnTo>
                    <a:pt x="0" y="4834"/>
                  </a:lnTo>
                  <a:lnTo>
                    <a:pt x="74" y="4909"/>
                  </a:lnTo>
                  <a:lnTo>
                    <a:pt x="5057" y="4909"/>
                  </a:lnTo>
                  <a:lnTo>
                    <a:pt x="5132" y="4834"/>
                  </a:lnTo>
                  <a:lnTo>
                    <a:pt x="5132" y="2554"/>
                  </a:lnTo>
                  <a:cubicBezTo>
                    <a:pt x="5132" y="1141"/>
                    <a:pt x="3991" y="0"/>
                    <a:pt x="2553" y="0"/>
                  </a:cubicBez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836;p39">
              <a:extLst>
                <a:ext uri="{FF2B5EF4-FFF2-40B4-BE49-F238E27FC236}">
                  <a16:creationId xmlns:a16="http://schemas.microsoft.com/office/drawing/2014/main" id="{1F720E1F-B3B2-4892-B2A2-166294473284}"/>
                </a:ext>
              </a:extLst>
            </p:cNvPr>
            <p:cNvSpPr/>
            <p:nvPr/>
          </p:nvSpPr>
          <p:spPr>
            <a:xfrm>
              <a:off x="1849475" y="2746175"/>
              <a:ext cx="79350" cy="122750"/>
            </a:xfrm>
            <a:custGeom>
              <a:avLst/>
              <a:gdLst/>
              <a:ahLst/>
              <a:cxnLst/>
              <a:rect l="l" t="t" r="r" b="b"/>
              <a:pathLst>
                <a:path w="3174" h="4910" extrusionOk="0">
                  <a:moveTo>
                    <a:pt x="2555" y="0"/>
                  </a:moveTo>
                  <a:cubicBezTo>
                    <a:pt x="1185" y="0"/>
                    <a:pt x="0" y="1108"/>
                    <a:pt x="0" y="2555"/>
                  </a:cubicBezTo>
                  <a:lnTo>
                    <a:pt x="0" y="4835"/>
                  </a:lnTo>
                  <a:lnTo>
                    <a:pt x="74" y="4910"/>
                  </a:lnTo>
                  <a:lnTo>
                    <a:pt x="1314" y="4910"/>
                  </a:lnTo>
                  <a:lnTo>
                    <a:pt x="1240" y="4835"/>
                  </a:lnTo>
                  <a:lnTo>
                    <a:pt x="1240" y="2555"/>
                  </a:lnTo>
                  <a:cubicBezTo>
                    <a:pt x="1240" y="1390"/>
                    <a:pt x="2033" y="373"/>
                    <a:pt x="3173" y="76"/>
                  </a:cubicBezTo>
                  <a:cubicBezTo>
                    <a:pt x="2965" y="25"/>
                    <a:pt x="2758" y="0"/>
                    <a:pt x="2555" y="0"/>
                  </a:cubicBezTo>
                  <a:close/>
                </a:path>
              </a:pathLst>
            </a:custGeom>
            <a:solidFill>
              <a:srgbClr val="F9ED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837;p39">
              <a:extLst>
                <a:ext uri="{FF2B5EF4-FFF2-40B4-BE49-F238E27FC236}">
                  <a16:creationId xmlns:a16="http://schemas.microsoft.com/office/drawing/2014/main" id="{9167A01F-6731-9B8B-938D-429631D5CD72}"/>
                </a:ext>
              </a:extLst>
            </p:cNvPr>
            <p:cNvSpPr/>
            <p:nvPr/>
          </p:nvSpPr>
          <p:spPr>
            <a:xfrm>
              <a:off x="2067000" y="2601175"/>
              <a:ext cx="86150" cy="97325"/>
            </a:xfrm>
            <a:custGeom>
              <a:avLst/>
              <a:gdLst/>
              <a:ahLst/>
              <a:cxnLst/>
              <a:rect l="l" t="t" r="r" b="b"/>
              <a:pathLst>
                <a:path w="3446" h="3893" extrusionOk="0">
                  <a:moveTo>
                    <a:pt x="719" y="1"/>
                  </a:moveTo>
                  <a:cubicBezTo>
                    <a:pt x="397" y="1"/>
                    <a:pt x="149" y="273"/>
                    <a:pt x="174" y="571"/>
                  </a:cubicBezTo>
                  <a:cubicBezTo>
                    <a:pt x="174" y="868"/>
                    <a:pt x="422" y="1091"/>
                    <a:pt x="719" y="1091"/>
                  </a:cubicBezTo>
                  <a:lnTo>
                    <a:pt x="1587" y="1091"/>
                  </a:lnTo>
                  <a:cubicBezTo>
                    <a:pt x="1636" y="1091"/>
                    <a:pt x="1636" y="1141"/>
                    <a:pt x="1636" y="1191"/>
                  </a:cubicBezTo>
                  <a:lnTo>
                    <a:pt x="273" y="3050"/>
                  </a:lnTo>
                  <a:cubicBezTo>
                    <a:pt x="0" y="3397"/>
                    <a:pt x="273" y="3893"/>
                    <a:pt x="694" y="3893"/>
                  </a:cubicBezTo>
                  <a:lnTo>
                    <a:pt x="2727" y="3893"/>
                  </a:lnTo>
                  <a:cubicBezTo>
                    <a:pt x="3025" y="3893"/>
                    <a:pt x="3272" y="3670"/>
                    <a:pt x="3297" y="3397"/>
                  </a:cubicBezTo>
                  <a:cubicBezTo>
                    <a:pt x="3297" y="3075"/>
                    <a:pt x="3049" y="2827"/>
                    <a:pt x="2752" y="2827"/>
                  </a:cubicBezTo>
                  <a:lnTo>
                    <a:pt x="1884" y="2827"/>
                  </a:lnTo>
                  <a:cubicBezTo>
                    <a:pt x="1835" y="2827"/>
                    <a:pt x="1810" y="2777"/>
                    <a:pt x="1835" y="2728"/>
                  </a:cubicBezTo>
                  <a:lnTo>
                    <a:pt x="3198" y="868"/>
                  </a:lnTo>
                  <a:cubicBezTo>
                    <a:pt x="3446" y="521"/>
                    <a:pt x="3198" y="26"/>
                    <a:pt x="27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838;p39">
              <a:extLst>
                <a:ext uri="{FF2B5EF4-FFF2-40B4-BE49-F238E27FC236}">
                  <a16:creationId xmlns:a16="http://schemas.microsoft.com/office/drawing/2014/main" id="{5BC31235-8FEB-22CA-FECA-CA5761EC33B3}"/>
                </a:ext>
              </a:extLst>
            </p:cNvPr>
            <p:cNvSpPr/>
            <p:nvPr/>
          </p:nvSpPr>
          <p:spPr>
            <a:xfrm>
              <a:off x="1996350" y="2708400"/>
              <a:ext cx="68200" cy="73775"/>
            </a:xfrm>
            <a:custGeom>
              <a:avLst/>
              <a:gdLst/>
              <a:ahLst/>
              <a:cxnLst/>
              <a:rect l="l" t="t" r="r" b="b"/>
              <a:pathLst>
                <a:path w="2728" h="2951" extrusionOk="0">
                  <a:moveTo>
                    <a:pt x="670" y="0"/>
                  </a:moveTo>
                  <a:cubicBezTo>
                    <a:pt x="372" y="0"/>
                    <a:pt x="124" y="248"/>
                    <a:pt x="149" y="570"/>
                  </a:cubicBezTo>
                  <a:cubicBezTo>
                    <a:pt x="149" y="868"/>
                    <a:pt x="397" y="1091"/>
                    <a:pt x="694" y="1091"/>
                  </a:cubicBezTo>
                  <a:lnTo>
                    <a:pt x="893" y="1091"/>
                  </a:lnTo>
                  <a:cubicBezTo>
                    <a:pt x="917" y="1091"/>
                    <a:pt x="942" y="1141"/>
                    <a:pt x="917" y="1165"/>
                  </a:cubicBezTo>
                  <a:lnTo>
                    <a:pt x="248" y="2083"/>
                  </a:lnTo>
                  <a:cubicBezTo>
                    <a:pt x="0" y="2454"/>
                    <a:pt x="248" y="2950"/>
                    <a:pt x="694" y="2950"/>
                  </a:cubicBezTo>
                  <a:lnTo>
                    <a:pt x="2033" y="2950"/>
                  </a:lnTo>
                  <a:cubicBezTo>
                    <a:pt x="2330" y="2950"/>
                    <a:pt x="2578" y="2727"/>
                    <a:pt x="2603" y="2430"/>
                  </a:cubicBezTo>
                  <a:cubicBezTo>
                    <a:pt x="2603" y="2145"/>
                    <a:pt x="2376" y="1883"/>
                    <a:pt x="2095" y="1883"/>
                  </a:cubicBezTo>
                  <a:cubicBezTo>
                    <a:pt x="2083" y="1883"/>
                    <a:pt x="2070" y="1883"/>
                    <a:pt x="2058" y="1884"/>
                  </a:cubicBezTo>
                  <a:lnTo>
                    <a:pt x="1859" y="1884"/>
                  </a:lnTo>
                  <a:cubicBezTo>
                    <a:pt x="1810" y="1860"/>
                    <a:pt x="1785" y="1810"/>
                    <a:pt x="1810" y="1785"/>
                  </a:cubicBezTo>
                  <a:lnTo>
                    <a:pt x="2479" y="868"/>
                  </a:lnTo>
                  <a:cubicBezTo>
                    <a:pt x="2727" y="496"/>
                    <a:pt x="2479" y="0"/>
                    <a:pt x="20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839;p39">
              <a:extLst>
                <a:ext uri="{FF2B5EF4-FFF2-40B4-BE49-F238E27FC236}">
                  <a16:creationId xmlns:a16="http://schemas.microsoft.com/office/drawing/2014/main" id="{589E1BE9-9958-1447-A024-AD7091169A31}"/>
                </a:ext>
              </a:extLst>
            </p:cNvPr>
            <p:cNvSpPr/>
            <p:nvPr/>
          </p:nvSpPr>
          <p:spPr>
            <a:xfrm>
              <a:off x="2067000" y="2628450"/>
              <a:ext cx="59525" cy="70050"/>
            </a:xfrm>
            <a:custGeom>
              <a:avLst/>
              <a:gdLst/>
              <a:ahLst/>
              <a:cxnLst/>
              <a:rect l="l" t="t" r="r" b="b"/>
              <a:pathLst>
                <a:path w="2381" h="2802" extrusionOk="0">
                  <a:moveTo>
                    <a:pt x="1587" y="0"/>
                  </a:moveTo>
                  <a:cubicBezTo>
                    <a:pt x="1636" y="0"/>
                    <a:pt x="1636" y="50"/>
                    <a:pt x="1636" y="75"/>
                  </a:cubicBezTo>
                  <a:lnTo>
                    <a:pt x="273" y="1934"/>
                  </a:lnTo>
                  <a:cubicBezTo>
                    <a:pt x="0" y="2306"/>
                    <a:pt x="273" y="2802"/>
                    <a:pt x="719" y="2802"/>
                  </a:cubicBezTo>
                  <a:lnTo>
                    <a:pt x="1438" y="2802"/>
                  </a:lnTo>
                  <a:cubicBezTo>
                    <a:pt x="992" y="2802"/>
                    <a:pt x="719" y="2306"/>
                    <a:pt x="992" y="1934"/>
                  </a:cubicBezTo>
                  <a:lnTo>
                    <a:pt x="2355" y="75"/>
                  </a:lnTo>
                  <a:cubicBezTo>
                    <a:pt x="2380" y="50"/>
                    <a:pt x="2355" y="0"/>
                    <a:pt x="2306" y="0"/>
                  </a:cubicBez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840;p39">
              <a:extLst>
                <a:ext uri="{FF2B5EF4-FFF2-40B4-BE49-F238E27FC236}">
                  <a16:creationId xmlns:a16="http://schemas.microsoft.com/office/drawing/2014/main" id="{C5946844-D93D-59C6-19F5-B9505B8294FF}"/>
                </a:ext>
              </a:extLst>
            </p:cNvPr>
            <p:cNvSpPr/>
            <p:nvPr/>
          </p:nvSpPr>
          <p:spPr>
            <a:xfrm>
              <a:off x="2070725" y="2601750"/>
              <a:ext cx="32250" cy="26725"/>
            </a:xfrm>
            <a:custGeom>
              <a:avLst/>
              <a:gdLst/>
              <a:ahLst/>
              <a:cxnLst/>
              <a:rect l="l" t="t" r="r" b="b"/>
              <a:pathLst>
                <a:path w="1290" h="1069" extrusionOk="0">
                  <a:moveTo>
                    <a:pt x="1248" y="1"/>
                  </a:moveTo>
                  <a:cubicBezTo>
                    <a:pt x="1235" y="1"/>
                    <a:pt x="1221" y="1"/>
                    <a:pt x="1208" y="3"/>
                  </a:cubicBezTo>
                  <a:lnTo>
                    <a:pt x="1289" y="3"/>
                  </a:lnTo>
                  <a:cubicBezTo>
                    <a:pt x="1275" y="1"/>
                    <a:pt x="1262" y="1"/>
                    <a:pt x="1248" y="1"/>
                  </a:cubicBezTo>
                  <a:close/>
                  <a:moveTo>
                    <a:pt x="529" y="1"/>
                  </a:moveTo>
                  <a:cubicBezTo>
                    <a:pt x="227" y="1"/>
                    <a:pt x="1" y="263"/>
                    <a:pt x="25" y="548"/>
                  </a:cubicBezTo>
                  <a:cubicBezTo>
                    <a:pt x="25" y="845"/>
                    <a:pt x="273" y="1068"/>
                    <a:pt x="570" y="1068"/>
                  </a:cubicBezTo>
                  <a:lnTo>
                    <a:pt x="1289" y="1068"/>
                  </a:lnTo>
                  <a:cubicBezTo>
                    <a:pt x="992" y="1068"/>
                    <a:pt x="744" y="845"/>
                    <a:pt x="744" y="548"/>
                  </a:cubicBezTo>
                  <a:cubicBezTo>
                    <a:pt x="721" y="276"/>
                    <a:pt x="926" y="25"/>
                    <a:pt x="1208" y="3"/>
                  </a:cubicBezTo>
                  <a:lnTo>
                    <a:pt x="570" y="3"/>
                  </a:lnTo>
                  <a:cubicBezTo>
                    <a:pt x="556" y="1"/>
                    <a:pt x="543" y="1"/>
                    <a:pt x="529" y="1"/>
                  </a:cubicBez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841;p39">
              <a:extLst>
                <a:ext uri="{FF2B5EF4-FFF2-40B4-BE49-F238E27FC236}">
                  <a16:creationId xmlns:a16="http://schemas.microsoft.com/office/drawing/2014/main" id="{5447089D-989D-1CCB-E36F-04F1CB5F485C}"/>
                </a:ext>
              </a:extLst>
            </p:cNvPr>
            <p:cNvSpPr/>
            <p:nvPr/>
          </p:nvSpPr>
          <p:spPr>
            <a:xfrm>
              <a:off x="1996350" y="2708400"/>
              <a:ext cx="41550" cy="73775"/>
            </a:xfrm>
            <a:custGeom>
              <a:avLst/>
              <a:gdLst/>
              <a:ahLst/>
              <a:cxnLst/>
              <a:rect l="l" t="t" r="r" b="b"/>
              <a:pathLst>
                <a:path w="1662" h="2951" extrusionOk="0">
                  <a:moveTo>
                    <a:pt x="670" y="0"/>
                  </a:moveTo>
                  <a:cubicBezTo>
                    <a:pt x="372" y="0"/>
                    <a:pt x="124" y="248"/>
                    <a:pt x="149" y="570"/>
                  </a:cubicBezTo>
                  <a:cubicBezTo>
                    <a:pt x="149" y="843"/>
                    <a:pt x="397" y="1066"/>
                    <a:pt x="694" y="1066"/>
                  </a:cubicBezTo>
                  <a:lnTo>
                    <a:pt x="893" y="1066"/>
                  </a:lnTo>
                  <a:cubicBezTo>
                    <a:pt x="917" y="1066"/>
                    <a:pt x="942" y="1116"/>
                    <a:pt x="917" y="1165"/>
                  </a:cubicBezTo>
                  <a:lnTo>
                    <a:pt x="248" y="2083"/>
                  </a:lnTo>
                  <a:cubicBezTo>
                    <a:pt x="0" y="2454"/>
                    <a:pt x="248" y="2950"/>
                    <a:pt x="694" y="2950"/>
                  </a:cubicBezTo>
                  <a:lnTo>
                    <a:pt x="1413" y="2950"/>
                  </a:lnTo>
                  <a:cubicBezTo>
                    <a:pt x="967" y="2950"/>
                    <a:pt x="719" y="2454"/>
                    <a:pt x="967" y="2083"/>
                  </a:cubicBezTo>
                  <a:lnTo>
                    <a:pt x="1636" y="1165"/>
                  </a:lnTo>
                  <a:cubicBezTo>
                    <a:pt x="1661" y="1116"/>
                    <a:pt x="1636" y="1066"/>
                    <a:pt x="1587" y="1066"/>
                  </a:cubicBezTo>
                  <a:lnTo>
                    <a:pt x="1413" y="1066"/>
                  </a:lnTo>
                  <a:cubicBezTo>
                    <a:pt x="1116" y="1066"/>
                    <a:pt x="868" y="843"/>
                    <a:pt x="868" y="570"/>
                  </a:cubicBezTo>
                  <a:cubicBezTo>
                    <a:pt x="843" y="248"/>
                    <a:pt x="1091" y="0"/>
                    <a:pt x="1388" y="0"/>
                  </a:cubicBez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842;p39">
              <a:extLst>
                <a:ext uri="{FF2B5EF4-FFF2-40B4-BE49-F238E27FC236}">
                  <a16:creationId xmlns:a16="http://schemas.microsoft.com/office/drawing/2014/main" id="{7C7683A7-31B2-0ECD-4F34-9E641D3B8133}"/>
                </a:ext>
              </a:extLst>
            </p:cNvPr>
            <p:cNvSpPr/>
            <p:nvPr/>
          </p:nvSpPr>
          <p:spPr>
            <a:xfrm>
              <a:off x="1809175" y="2614200"/>
              <a:ext cx="39075" cy="37825"/>
            </a:xfrm>
            <a:custGeom>
              <a:avLst/>
              <a:gdLst/>
              <a:ahLst/>
              <a:cxnLst/>
              <a:rect l="l" t="t" r="r" b="b"/>
              <a:pathLst>
                <a:path w="1563" h="1513" extrusionOk="0">
                  <a:moveTo>
                    <a:pt x="125" y="0"/>
                  </a:moveTo>
                  <a:cubicBezTo>
                    <a:pt x="50" y="0"/>
                    <a:pt x="1" y="50"/>
                    <a:pt x="1" y="124"/>
                  </a:cubicBezTo>
                  <a:lnTo>
                    <a:pt x="1" y="1512"/>
                  </a:lnTo>
                  <a:lnTo>
                    <a:pt x="1513" y="1512"/>
                  </a:lnTo>
                  <a:lnTo>
                    <a:pt x="1562" y="1438"/>
                  </a:lnTo>
                  <a:lnTo>
                    <a:pt x="1562" y="75"/>
                  </a:lnTo>
                  <a:lnTo>
                    <a:pt x="1513" y="0"/>
                  </a:lnTo>
                  <a:close/>
                </a:path>
              </a:pathLst>
            </a:custGeom>
            <a:solidFill>
              <a:srgbClr val="F5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843;p39">
              <a:extLst>
                <a:ext uri="{FF2B5EF4-FFF2-40B4-BE49-F238E27FC236}">
                  <a16:creationId xmlns:a16="http://schemas.microsoft.com/office/drawing/2014/main" id="{E7F468E3-D431-6058-1179-532EFAA884FC}"/>
                </a:ext>
              </a:extLst>
            </p:cNvPr>
            <p:cNvSpPr/>
            <p:nvPr/>
          </p:nvSpPr>
          <p:spPr>
            <a:xfrm>
              <a:off x="1846975" y="2614200"/>
              <a:ext cx="170475" cy="37825"/>
            </a:xfrm>
            <a:custGeom>
              <a:avLst/>
              <a:gdLst/>
              <a:ahLst/>
              <a:cxnLst/>
              <a:rect l="l" t="t" r="r" b="b"/>
              <a:pathLst>
                <a:path w="6819" h="1513" extrusionOk="0">
                  <a:moveTo>
                    <a:pt x="1" y="0"/>
                  </a:moveTo>
                  <a:lnTo>
                    <a:pt x="1" y="1512"/>
                  </a:lnTo>
                  <a:lnTo>
                    <a:pt x="6818" y="1512"/>
                  </a:lnTo>
                  <a:lnTo>
                    <a:pt x="6818" y="124"/>
                  </a:lnTo>
                  <a:cubicBezTo>
                    <a:pt x="6818" y="50"/>
                    <a:pt x="6768" y="0"/>
                    <a:pt x="6694" y="0"/>
                  </a:cubicBezTo>
                  <a:close/>
                </a:path>
              </a:pathLst>
            </a:custGeom>
            <a:solidFill>
              <a:srgbClr val="C4E0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844;p39">
              <a:extLst>
                <a:ext uri="{FF2B5EF4-FFF2-40B4-BE49-F238E27FC236}">
                  <a16:creationId xmlns:a16="http://schemas.microsoft.com/office/drawing/2014/main" id="{DA044894-C0E7-6EDC-48CA-E2D60AC558EB}"/>
                </a:ext>
              </a:extLst>
            </p:cNvPr>
            <p:cNvSpPr/>
            <p:nvPr/>
          </p:nvSpPr>
          <p:spPr>
            <a:xfrm>
              <a:off x="1839550" y="2867050"/>
              <a:ext cx="147525" cy="27900"/>
            </a:xfrm>
            <a:custGeom>
              <a:avLst/>
              <a:gdLst/>
              <a:ahLst/>
              <a:cxnLst/>
              <a:rect l="l" t="t" r="r" b="b"/>
              <a:pathLst>
                <a:path w="5901" h="1116" extrusionOk="0">
                  <a:moveTo>
                    <a:pt x="273" y="0"/>
                  </a:moveTo>
                  <a:cubicBezTo>
                    <a:pt x="124" y="0"/>
                    <a:pt x="0" y="124"/>
                    <a:pt x="0" y="273"/>
                  </a:cubicBezTo>
                  <a:lnTo>
                    <a:pt x="0" y="843"/>
                  </a:lnTo>
                  <a:cubicBezTo>
                    <a:pt x="0" y="992"/>
                    <a:pt x="124" y="1116"/>
                    <a:pt x="273" y="1116"/>
                  </a:cubicBezTo>
                  <a:lnTo>
                    <a:pt x="5652" y="1116"/>
                  </a:lnTo>
                  <a:cubicBezTo>
                    <a:pt x="5801" y="1116"/>
                    <a:pt x="5900" y="992"/>
                    <a:pt x="5900" y="843"/>
                  </a:cubicBezTo>
                  <a:lnTo>
                    <a:pt x="5900" y="273"/>
                  </a:lnTo>
                  <a:cubicBezTo>
                    <a:pt x="5900" y="124"/>
                    <a:pt x="5801" y="0"/>
                    <a:pt x="5652" y="0"/>
                  </a:cubicBezTo>
                  <a:close/>
                </a:path>
              </a:pathLst>
            </a:custGeom>
            <a:solidFill>
              <a:srgbClr val="F9ED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845;p39">
              <a:extLst>
                <a:ext uri="{FF2B5EF4-FFF2-40B4-BE49-F238E27FC236}">
                  <a16:creationId xmlns:a16="http://schemas.microsoft.com/office/drawing/2014/main" id="{18084162-9D92-58E3-8853-37EDE48EEA21}"/>
                </a:ext>
              </a:extLst>
            </p:cNvPr>
            <p:cNvSpPr/>
            <p:nvPr/>
          </p:nvSpPr>
          <p:spPr>
            <a:xfrm>
              <a:off x="1839550" y="2867050"/>
              <a:ext cx="37825" cy="27900"/>
            </a:xfrm>
            <a:custGeom>
              <a:avLst/>
              <a:gdLst/>
              <a:ahLst/>
              <a:cxnLst/>
              <a:rect l="l" t="t" r="r" b="b"/>
              <a:pathLst>
                <a:path w="1513" h="1116" extrusionOk="0">
                  <a:moveTo>
                    <a:pt x="273" y="0"/>
                  </a:moveTo>
                  <a:cubicBezTo>
                    <a:pt x="124" y="0"/>
                    <a:pt x="0" y="124"/>
                    <a:pt x="0" y="273"/>
                  </a:cubicBezTo>
                  <a:lnTo>
                    <a:pt x="0" y="843"/>
                  </a:lnTo>
                  <a:cubicBezTo>
                    <a:pt x="0" y="992"/>
                    <a:pt x="124" y="1116"/>
                    <a:pt x="273" y="1116"/>
                  </a:cubicBezTo>
                  <a:lnTo>
                    <a:pt x="1513" y="1116"/>
                  </a:lnTo>
                  <a:cubicBezTo>
                    <a:pt x="1364" y="1116"/>
                    <a:pt x="1240" y="992"/>
                    <a:pt x="1240" y="843"/>
                  </a:cubicBezTo>
                  <a:lnTo>
                    <a:pt x="1240" y="273"/>
                  </a:lnTo>
                  <a:cubicBezTo>
                    <a:pt x="1240" y="124"/>
                    <a:pt x="1364" y="0"/>
                    <a:pt x="1513" y="0"/>
                  </a:cubicBez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846;p39">
              <a:extLst>
                <a:ext uri="{FF2B5EF4-FFF2-40B4-BE49-F238E27FC236}">
                  <a16:creationId xmlns:a16="http://schemas.microsoft.com/office/drawing/2014/main" id="{77F7031C-D940-56D9-B2CC-43DEBA59B3C5}"/>
                </a:ext>
              </a:extLst>
            </p:cNvPr>
            <p:cNvSpPr/>
            <p:nvPr/>
          </p:nvSpPr>
          <p:spPr>
            <a:xfrm>
              <a:off x="1832100" y="2711350"/>
              <a:ext cx="162400" cy="219250"/>
            </a:xfrm>
            <a:custGeom>
              <a:avLst/>
              <a:gdLst/>
              <a:ahLst/>
              <a:cxnLst/>
              <a:rect l="l" t="t" r="r" b="b"/>
              <a:pathLst>
                <a:path w="6496" h="8770" extrusionOk="0">
                  <a:moveTo>
                    <a:pt x="3248" y="558"/>
                  </a:moveTo>
                  <a:cubicBezTo>
                    <a:pt x="3397" y="558"/>
                    <a:pt x="3546" y="663"/>
                    <a:pt x="3521" y="874"/>
                  </a:cubicBezTo>
                  <a:lnTo>
                    <a:pt x="3521" y="1097"/>
                  </a:lnTo>
                  <a:cubicBezTo>
                    <a:pt x="3434" y="1085"/>
                    <a:pt x="3341" y="1078"/>
                    <a:pt x="3248" y="1078"/>
                  </a:cubicBezTo>
                  <a:cubicBezTo>
                    <a:pt x="3155" y="1078"/>
                    <a:pt x="3062" y="1085"/>
                    <a:pt x="2976" y="1097"/>
                  </a:cubicBezTo>
                  <a:lnTo>
                    <a:pt x="2976" y="874"/>
                  </a:lnTo>
                  <a:cubicBezTo>
                    <a:pt x="2951" y="663"/>
                    <a:pt x="3100" y="558"/>
                    <a:pt x="3248" y="558"/>
                  </a:cubicBezTo>
                  <a:close/>
                  <a:moveTo>
                    <a:pt x="3248" y="1692"/>
                  </a:moveTo>
                  <a:cubicBezTo>
                    <a:pt x="4513" y="1692"/>
                    <a:pt x="5529" y="2708"/>
                    <a:pt x="5529" y="3973"/>
                  </a:cubicBezTo>
                  <a:lnTo>
                    <a:pt x="5529" y="5956"/>
                  </a:lnTo>
                  <a:lnTo>
                    <a:pt x="968" y="5956"/>
                  </a:lnTo>
                  <a:lnTo>
                    <a:pt x="968" y="3973"/>
                  </a:lnTo>
                  <a:cubicBezTo>
                    <a:pt x="968" y="2708"/>
                    <a:pt x="1984" y="1692"/>
                    <a:pt x="3248" y="1692"/>
                  </a:cubicBezTo>
                  <a:close/>
                  <a:moveTo>
                    <a:pt x="5901" y="6526"/>
                  </a:moveTo>
                  <a:lnTo>
                    <a:pt x="5901" y="7046"/>
                  </a:lnTo>
                  <a:lnTo>
                    <a:pt x="596" y="7046"/>
                  </a:lnTo>
                  <a:lnTo>
                    <a:pt x="596" y="6526"/>
                  </a:lnTo>
                  <a:close/>
                  <a:moveTo>
                    <a:pt x="3794" y="7641"/>
                  </a:moveTo>
                  <a:cubicBezTo>
                    <a:pt x="3769" y="7914"/>
                    <a:pt x="3546" y="8137"/>
                    <a:pt x="3248" y="8137"/>
                  </a:cubicBezTo>
                  <a:cubicBezTo>
                    <a:pt x="2951" y="8137"/>
                    <a:pt x="2728" y="7914"/>
                    <a:pt x="2678" y="7641"/>
                  </a:cubicBezTo>
                  <a:close/>
                  <a:moveTo>
                    <a:pt x="3248" y="0"/>
                  </a:moveTo>
                  <a:cubicBezTo>
                    <a:pt x="2815" y="0"/>
                    <a:pt x="2381" y="291"/>
                    <a:pt x="2381" y="874"/>
                  </a:cubicBezTo>
                  <a:lnTo>
                    <a:pt x="2381" y="1221"/>
                  </a:lnTo>
                  <a:cubicBezTo>
                    <a:pt x="1191" y="1593"/>
                    <a:pt x="398" y="2708"/>
                    <a:pt x="398" y="3948"/>
                  </a:cubicBezTo>
                  <a:lnTo>
                    <a:pt x="398" y="5956"/>
                  </a:lnTo>
                  <a:cubicBezTo>
                    <a:pt x="150" y="6030"/>
                    <a:pt x="1" y="6253"/>
                    <a:pt x="1" y="6501"/>
                  </a:cubicBezTo>
                  <a:lnTo>
                    <a:pt x="1" y="7071"/>
                  </a:lnTo>
                  <a:cubicBezTo>
                    <a:pt x="1" y="7369"/>
                    <a:pt x="249" y="7617"/>
                    <a:pt x="571" y="7617"/>
                  </a:cubicBezTo>
                  <a:lnTo>
                    <a:pt x="2108" y="7617"/>
                  </a:lnTo>
                  <a:cubicBezTo>
                    <a:pt x="2108" y="8385"/>
                    <a:pt x="2678" y="8769"/>
                    <a:pt x="3248" y="8769"/>
                  </a:cubicBezTo>
                  <a:cubicBezTo>
                    <a:pt x="3819" y="8769"/>
                    <a:pt x="4389" y="8385"/>
                    <a:pt x="4389" y="7617"/>
                  </a:cubicBezTo>
                  <a:lnTo>
                    <a:pt x="5950" y="7617"/>
                  </a:lnTo>
                  <a:cubicBezTo>
                    <a:pt x="6248" y="7617"/>
                    <a:pt x="6496" y="7369"/>
                    <a:pt x="6496" y="7071"/>
                  </a:cubicBezTo>
                  <a:lnTo>
                    <a:pt x="6496" y="6501"/>
                  </a:lnTo>
                  <a:cubicBezTo>
                    <a:pt x="6496" y="6253"/>
                    <a:pt x="6347" y="6030"/>
                    <a:pt x="6124" y="5956"/>
                  </a:cubicBezTo>
                  <a:lnTo>
                    <a:pt x="6099" y="5956"/>
                  </a:lnTo>
                  <a:lnTo>
                    <a:pt x="6099" y="3948"/>
                  </a:lnTo>
                  <a:cubicBezTo>
                    <a:pt x="6099" y="2708"/>
                    <a:pt x="5306" y="1593"/>
                    <a:pt x="4116" y="1221"/>
                  </a:cubicBezTo>
                  <a:lnTo>
                    <a:pt x="4116" y="874"/>
                  </a:lnTo>
                  <a:cubicBezTo>
                    <a:pt x="4116" y="291"/>
                    <a:pt x="3682" y="0"/>
                    <a:pt x="3248" y="0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847;p39">
              <a:extLst>
                <a:ext uri="{FF2B5EF4-FFF2-40B4-BE49-F238E27FC236}">
                  <a16:creationId xmlns:a16="http://schemas.microsoft.com/office/drawing/2014/main" id="{FEC9E1EA-ABE0-522C-FBB6-5294B1C27567}"/>
                </a:ext>
              </a:extLst>
            </p:cNvPr>
            <p:cNvSpPr/>
            <p:nvPr/>
          </p:nvSpPr>
          <p:spPr>
            <a:xfrm>
              <a:off x="1878175" y="2581325"/>
              <a:ext cx="68000" cy="15000"/>
            </a:xfrm>
            <a:custGeom>
              <a:avLst/>
              <a:gdLst/>
              <a:ahLst/>
              <a:cxnLst/>
              <a:rect l="l" t="t" r="r" b="b"/>
              <a:pathLst>
                <a:path w="2720" h="600" extrusionOk="0">
                  <a:moveTo>
                    <a:pt x="415" y="1"/>
                  </a:moveTo>
                  <a:cubicBezTo>
                    <a:pt x="8" y="1"/>
                    <a:pt x="0" y="599"/>
                    <a:pt x="392" y="599"/>
                  </a:cubicBezTo>
                  <a:cubicBezTo>
                    <a:pt x="407" y="599"/>
                    <a:pt x="423" y="598"/>
                    <a:pt x="439" y="596"/>
                  </a:cubicBezTo>
                  <a:lnTo>
                    <a:pt x="2372" y="596"/>
                  </a:lnTo>
                  <a:cubicBezTo>
                    <a:pt x="2719" y="547"/>
                    <a:pt x="2719" y="51"/>
                    <a:pt x="2372" y="1"/>
                  </a:cubicBezTo>
                  <a:lnTo>
                    <a:pt x="439" y="1"/>
                  </a:lnTo>
                  <a:cubicBezTo>
                    <a:pt x="430" y="1"/>
                    <a:pt x="422" y="1"/>
                    <a:pt x="415" y="1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848;p39">
              <a:extLst>
                <a:ext uri="{FF2B5EF4-FFF2-40B4-BE49-F238E27FC236}">
                  <a16:creationId xmlns:a16="http://schemas.microsoft.com/office/drawing/2014/main" id="{A6F1E767-D823-65BB-CE11-A81479DED8A1}"/>
                </a:ext>
              </a:extLst>
            </p:cNvPr>
            <p:cNvSpPr/>
            <p:nvPr/>
          </p:nvSpPr>
          <p:spPr>
            <a:xfrm>
              <a:off x="1890975" y="2984800"/>
              <a:ext cx="52100" cy="44550"/>
            </a:xfrm>
            <a:custGeom>
              <a:avLst/>
              <a:gdLst/>
              <a:ahLst/>
              <a:cxnLst/>
              <a:rect l="l" t="t" r="r" b="b"/>
              <a:pathLst>
                <a:path w="2084" h="1782" extrusionOk="0">
                  <a:moveTo>
                    <a:pt x="893" y="571"/>
                  </a:moveTo>
                  <a:cubicBezTo>
                    <a:pt x="1067" y="571"/>
                    <a:pt x="1216" y="719"/>
                    <a:pt x="1216" y="893"/>
                  </a:cubicBezTo>
                  <a:cubicBezTo>
                    <a:pt x="1216" y="1073"/>
                    <a:pt x="1064" y="1188"/>
                    <a:pt x="904" y="1188"/>
                  </a:cubicBezTo>
                  <a:cubicBezTo>
                    <a:pt x="822" y="1188"/>
                    <a:pt x="737" y="1158"/>
                    <a:pt x="670" y="1091"/>
                  </a:cubicBezTo>
                  <a:cubicBezTo>
                    <a:pt x="472" y="918"/>
                    <a:pt x="621" y="571"/>
                    <a:pt x="893" y="571"/>
                  </a:cubicBezTo>
                  <a:close/>
                  <a:moveTo>
                    <a:pt x="893" y="0"/>
                  </a:moveTo>
                  <a:cubicBezTo>
                    <a:pt x="398" y="0"/>
                    <a:pt x="1" y="397"/>
                    <a:pt x="1" y="893"/>
                  </a:cubicBezTo>
                  <a:cubicBezTo>
                    <a:pt x="1" y="1427"/>
                    <a:pt x="440" y="1782"/>
                    <a:pt x="893" y="1782"/>
                  </a:cubicBezTo>
                  <a:cubicBezTo>
                    <a:pt x="1112" y="1782"/>
                    <a:pt x="1335" y="1699"/>
                    <a:pt x="1513" y="1513"/>
                  </a:cubicBezTo>
                  <a:cubicBezTo>
                    <a:pt x="2083" y="967"/>
                    <a:pt x="1687" y="0"/>
                    <a:pt x="893" y="0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849;p39">
              <a:extLst>
                <a:ext uri="{FF2B5EF4-FFF2-40B4-BE49-F238E27FC236}">
                  <a16:creationId xmlns:a16="http://schemas.microsoft.com/office/drawing/2014/main" id="{ED14D45A-5CFA-9271-1339-1AB24676D30C}"/>
                </a:ext>
              </a:extLst>
            </p:cNvPr>
            <p:cNvSpPr/>
            <p:nvPr/>
          </p:nvSpPr>
          <p:spPr>
            <a:xfrm>
              <a:off x="2057700" y="2594300"/>
              <a:ext cx="105375" cy="111650"/>
            </a:xfrm>
            <a:custGeom>
              <a:avLst/>
              <a:gdLst/>
              <a:ahLst/>
              <a:cxnLst/>
              <a:rect l="l" t="t" r="r" b="b"/>
              <a:pathLst>
                <a:path w="4215" h="4466" extrusionOk="0">
                  <a:moveTo>
                    <a:pt x="1482" y="0"/>
                  </a:moveTo>
                  <a:cubicBezTo>
                    <a:pt x="1468" y="0"/>
                    <a:pt x="1453" y="1"/>
                    <a:pt x="1438" y="3"/>
                  </a:cubicBezTo>
                  <a:lnTo>
                    <a:pt x="1066" y="3"/>
                  </a:lnTo>
                  <a:cubicBezTo>
                    <a:pt x="25" y="53"/>
                    <a:pt x="25" y="1590"/>
                    <a:pt x="1066" y="1664"/>
                  </a:cubicBezTo>
                  <a:lnTo>
                    <a:pt x="1488" y="1664"/>
                  </a:lnTo>
                  <a:lnTo>
                    <a:pt x="397" y="3127"/>
                  </a:lnTo>
                  <a:cubicBezTo>
                    <a:pt x="0" y="3697"/>
                    <a:pt x="397" y="4465"/>
                    <a:pt x="1066" y="4465"/>
                  </a:cubicBezTo>
                  <a:lnTo>
                    <a:pt x="3124" y="4465"/>
                  </a:lnTo>
                  <a:cubicBezTo>
                    <a:pt x="4215" y="4465"/>
                    <a:pt x="4215" y="2804"/>
                    <a:pt x="3124" y="2804"/>
                  </a:cubicBezTo>
                  <a:lnTo>
                    <a:pt x="2702" y="2804"/>
                  </a:lnTo>
                  <a:lnTo>
                    <a:pt x="3793" y="1317"/>
                  </a:lnTo>
                  <a:cubicBezTo>
                    <a:pt x="4190" y="772"/>
                    <a:pt x="3793" y="3"/>
                    <a:pt x="3124" y="3"/>
                  </a:cubicBezTo>
                  <a:lnTo>
                    <a:pt x="2802" y="3"/>
                  </a:lnTo>
                  <a:cubicBezTo>
                    <a:pt x="2786" y="1"/>
                    <a:pt x="2770" y="0"/>
                    <a:pt x="2755" y="0"/>
                  </a:cubicBezTo>
                  <a:cubicBezTo>
                    <a:pt x="2371" y="0"/>
                    <a:pt x="2371" y="576"/>
                    <a:pt x="2755" y="576"/>
                  </a:cubicBezTo>
                  <a:cubicBezTo>
                    <a:pt x="2770" y="576"/>
                    <a:pt x="2786" y="575"/>
                    <a:pt x="2802" y="573"/>
                  </a:cubicBezTo>
                  <a:lnTo>
                    <a:pt x="3124" y="573"/>
                  </a:lnTo>
                  <a:cubicBezTo>
                    <a:pt x="3322" y="573"/>
                    <a:pt x="3446" y="796"/>
                    <a:pt x="3322" y="970"/>
                  </a:cubicBezTo>
                  <a:lnTo>
                    <a:pt x="1909" y="2903"/>
                  </a:lnTo>
                  <a:cubicBezTo>
                    <a:pt x="1760" y="3102"/>
                    <a:pt x="1909" y="3374"/>
                    <a:pt x="2132" y="3374"/>
                  </a:cubicBezTo>
                  <a:lnTo>
                    <a:pt x="3124" y="3374"/>
                  </a:lnTo>
                  <a:cubicBezTo>
                    <a:pt x="3446" y="3374"/>
                    <a:pt x="3446" y="3870"/>
                    <a:pt x="3124" y="3870"/>
                  </a:cubicBezTo>
                  <a:lnTo>
                    <a:pt x="1066" y="3870"/>
                  </a:lnTo>
                  <a:cubicBezTo>
                    <a:pt x="868" y="3870"/>
                    <a:pt x="744" y="3647"/>
                    <a:pt x="868" y="3474"/>
                  </a:cubicBezTo>
                  <a:lnTo>
                    <a:pt x="2281" y="1540"/>
                  </a:lnTo>
                  <a:cubicBezTo>
                    <a:pt x="2430" y="1342"/>
                    <a:pt x="2281" y="1069"/>
                    <a:pt x="2058" y="1069"/>
                  </a:cubicBezTo>
                  <a:lnTo>
                    <a:pt x="1066" y="1069"/>
                  </a:lnTo>
                  <a:cubicBezTo>
                    <a:pt x="744" y="1069"/>
                    <a:pt x="744" y="573"/>
                    <a:pt x="1066" y="573"/>
                  </a:cubicBezTo>
                  <a:lnTo>
                    <a:pt x="1438" y="573"/>
                  </a:lnTo>
                  <a:cubicBezTo>
                    <a:pt x="1453" y="575"/>
                    <a:pt x="1468" y="576"/>
                    <a:pt x="1482" y="576"/>
                  </a:cubicBezTo>
                  <a:cubicBezTo>
                    <a:pt x="1845" y="576"/>
                    <a:pt x="1845" y="0"/>
                    <a:pt x="1482" y="0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850;p39">
              <a:extLst>
                <a:ext uri="{FF2B5EF4-FFF2-40B4-BE49-F238E27FC236}">
                  <a16:creationId xmlns:a16="http://schemas.microsoft.com/office/drawing/2014/main" id="{AB21A0A1-7271-7C88-DBBE-A9F249E8798D}"/>
                </a:ext>
              </a:extLst>
            </p:cNvPr>
            <p:cNvSpPr/>
            <p:nvPr/>
          </p:nvSpPr>
          <p:spPr>
            <a:xfrm>
              <a:off x="1771375" y="2556550"/>
              <a:ext cx="300600" cy="495825"/>
            </a:xfrm>
            <a:custGeom>
              <a:avLst/>
              <a:gdLst/>
              <a:ahLst/>
              <a:cxnLst/>
              <a:rect l="l" t="t" r="r" b="b"/>
              <a:pathLst>
                <a:path w="12024" h="19833" extrusionOk="0">
                  <a:moveTo>
                    <a:pt x="2727" y="2579"/>
                  </a:moveTo>
                  <a:lnTo>
                    <a:pt x="2727" y="3521"/>
                  </a:lnTo>
                  <a:lnTo>
                    <a:pt x="1810" y="3521"/>
                  </a:lnTo>
                  <a:lnTo>
                    <a:pt x="1810" y="2579"/>
                  </a:lnTo>
                  <a:close/>
                  <a:moveTo>
                    <a:pt x="9569" y="2579"/>
                  </a:moveTo>
                  <a:lnTo>
                    <a:pt x="9569" y="3521"/>
                  </a:lnTo>
                  <a:lnTo>
                    <a:pt x="3298" y="3521"/>
                  </a:lnTo>
                  <a:lnTo>
                    <a:pt x="3298" y="2579"/>
                  </a:lnTo>
                  <a:close/>
                  <a:moveTo>
                    <a:pt x="9624" y="6369"/>
                  </a:moveTo>
                  <a:cubicBezTo>
                    <a:pt x="9638" y="6369"/>
                    <a:pt x="9653" y="6370"/>
                    <a:pt x="9669" y="6372"/>
                  </a:cubicBezTo>
                  <a:lnTo>
                    <a:pt x="11032" y="6372"/>
                  </a:lnTo>
                  <a:cubicBezTo>
                    <a:pt x="11041" y="6371"/>
                    <a:pt x="11050" y="6370"/>
                    <a:pt x="11059" y="6370"/>
                  </a:cubicBezTo>
                  <a:cubicBezTo>
                    <a:pt x="11241" y="6370"/>
                    <a:pt x="11348" y="6603"/>
                    <a:pt x="11230" y="6768"/>
                  </a:cubicBezTo>
                  <a:lnTo>
                    <a:pt x="10511" y="7760"/>
                  </a:lnTo>
                  <a:cubicBezTo>
                    <a:pt x="10363" y="7958"/>
                    <a:pt x="10487" y="8231"/>
                    <a:pt x="10734" y="8231"/>
                  </a:cubicBezTo>
                  <a:lnTo>
                    <a:pt x="11057" y="8231"/>
                  </a:lnTo>
                  <a:cubicBezTo>
                    <a:pt x="11379" y="8231"/>
                    <a:pt x="11379" y="8727"/>
                    <a:pt x="11057" y="8727"/>
                  </a:cubicBezTo>
                  <a:lnTo>
                    <a:pt x="9693" y="8727"/>
                  </a:lnTo>
                  <a:cubicBezTo>
                    <a:pt x="9470" y="8727"/>
                    <a:pt x="9371" y="8504"/>
                    <a:pt x="9495" y="8330"/>
                  </a:cubicBezTo>
                  <a:lnTo>
                    <a:pt x="10214" y="7314"/>
                  </a:lnTo>
                  <a:cubicBezTo>
                    <a:pt x="10363" y="7115"/>
                    <a:pt x="10214" y="6868"/>
                    <a:pt x="9991" y="6868"/>
                  </a:cubicBezTo>
                  <a:lnTo>
                    <a:pt x="9669" y="6868"/>
                  </a:lnTo>
                  <a:cubicBezTo>
                    <a:pt x="9661" y="6868"/>
                    <a:pt x="9653" y="6868"/>
                    <a:pt x="9645" y="6868"/>
                  </a:cubicBezTo>
                  <a:cubicBezTo>
                    <a:pt x="9312" y="6868"/>
                    <a:pt x="9305" y="6369"/>
                    <a:pt x="9624" y="6369"/>
                  </a:cubicBezTo>
                  <a:close/>
                  <a:moveTo>
                    <a:pt x="9545" y="4091"/>
                  </a:moveTo>
                  <a:lnTo>
                    <a:pt x="9545" y="5777"/>
                  </a:lnTo>
                  <a:cubicBezTo>
                    <a:pt x="8652" y="5901"/>
                    <a:pt x="8553" y="7140"/>
                    <a:pt x="9421" y="7413"/>
                  </a:cubicBezTo>
                  <a:lnTo>
                    <a:pt x="8974" y="7983"/>
                  </a:lnTo>
                  <a:cubicBezTo>
                    <a:pt x="8603" y="8504"/>
                    <a:pt x="8925" y="9223"/>
                    <a:pt x="9545" y="9297"/>
                  </a:cubicBezTo>
                  <a:lnTo>
                    <a:pt x="9545" y="16288"/>
                  </a:lnTo>
                  <a:lnTo>
                    <a:pt x="1810" y="16288"/>
                  </a:lnTo>
                  <a:lnTo>
                    <a:pt x="1810" y="4091"/>
                  </a:lnTo>
                  <a:close/>
                  <a:moveTo>
                    <a:pt x="1637" y="1"/>
                  </a:moveTo>
                  <a:cubicBezTo>
                    <a:pt x="744" y="1"/>
                    <a:pt x="1" y="720"/>
                    <a:pt x="1" y="1612"/>
                  </a:cubicBezTo>
                  <a:lnTo>
                    <a:pt x="1" y="18221"/>
                  </a:lnTo>
                  <a:cubicBezTo>
                    <a:pt x="1" y="19114"/>
                    <a:pt x="744" y="19832"/>
                    <a:pt x="1637" y="19832"/>
                  </a:cubicBezTo>
                  <a:lnTo>
                    <a:pt x="9743" y="19832"/>
                  </a:lnTo>
                  <a:cubicBezTo>
                    <a:pt x="10611" y="19832"/>
                    <a:pt x="11329" y="19114"/>
                    <a:pt x="11329" y="18221"/>
                  </a:cubicBezTo>
                  <a:lnTo>
                    <a:pt x="11329" y="13660"/>
                  </a:lnTo>
                  <a:cubicBezTo>
                    <a:pt x="11354" y="13437"/>
                    <a:pt x="11199" y="13325"/>
                    <a:pt x="11044" y="13325"/>
                  </a:cubicBezTo>
                  <a:cubicBezTo>
                    <a:pt x="10889" y="13325"/>
                    <a:pt x="10734" y="13437"/>
                    <a:pt x="10759" y="13660"/>
                  </a:cubicBezTo>
                  <a:lnTo>
                    <a:pt x="10759" y="18221"/>
                  </a:lnTo>
                  <a:cubicBezTo>
                    <a:pt x="10759" y="18791"/>
                    <a:pt x="10288" y="19262"/>
                    <a:pt x="9743" y="19262"/>
                  </a:cubicBezTo>
                  <a:lnTo>
                    <a:pt x="1637" y="19262"/>
                  </a:lnTo>
                  <a:cubicBezTo>
                    <a:pt x="1067" y="19262"/>
                    <a:pt x="596" y="18791"/>
                    <a:pt x="596" y="18221"/>
                  </a:cubicBezTo>
                  <a:lnTo>
                    <a:pt x="596" y="1612"/>
                  </a:lnTo>
                  <a:cubicBezTo>
                    <a:pt x="596" y="1042"/>
                    <a:pt x="1067" y="596"/>
                    <a:pt x="1637" y="596"/>
                  </a:cubicBezTo>
                  <a:lnTo>
                    <a:pt x="9743" y="596"/>
                  </a:lnTo>
                  <a:cubicBezTo>
                    <a:pt x="10288" y="596"/>
                    <a:pt x="10759" y="1042"/>
                    <a:pt x="10759" y="1612"/>
                  </a:cubicBezTo>
                  <a:lnTo>
                    <a:pt x="10759" y="5777"/>
                  </a:lnTo>
                  <a:lnTo>
                    <a:pt x="10140" y="5777"/>
                  </a:lnTo>
                  <a:lnTo>
                    <a:pt x="10140" y="2405"/>
                  </a:lnTo>
                  <a:cubicBezTo>
                    <a:pt x="10140" y="2182"/>
                    <a:pt x="9966" y="2009"/>
                    <a:pt x="9743" y="2009"/>
                  </a:cubicBezTo>
                  <a:lnTo>
                    <a:pt x="1637" y="2009"/>
                  </a:lnTo>
                  <a:cubicBezTo>
                    <a:pt x="1389" y="2009"/>
                    <a:pt x="1215" y="2182"/>
                    <a:pt x="1215" y="2405"/>
                  </a:cubicBezTo>
                  <a:lnTo>
                    <a:pt x="1215" y="16461"/>
                  </a:lnTo>
                  <a:cubicBezTo>
                    <a:pt x="1215" y="16684"/>
                    <a:pt x="1389" y="16858"/>
                    <a:pt x="1637" y="16858"/>
                  </a:cubicBezTo>
                  <a:lnTo>
                    <a:pt x="9743" y="16858"/>
                  </a:lnTo>
                  <a:cubicBezTo>
                    <a:pt x="9966" y="16858"/>
                    <a:pt x="10140" y="16684"/>
                    <a:pt x="10140" y="16461"/>
                  </a:cubicBezTo>
                  <a:lnTo>
                    <a:pt x="10140" y="9297"/>
                  </a:lnTo>
                  <a:lnTo>
                    <a:pt x="10759" y="9297"/>
                  </a:lnTo>
                  <a:lnTo>
                    <a:pt x="10759" y="12296"/>
                  </a:lnTo>
                  <a:cubicBezTo>
                    <a:pt x="10734" y="12507"/>
                    <a:pt x="10889" y="12613"/>
                    <a:pt x="11044" y="12613"/>
                  </a:cubicBezTo>
                  <a:cubicBezTo>
                    <a:pt x="11199" y="12613"/>
                    <a:pt x="11354" y="12507"/>
                    <a:pt x="11329" y="12296"/>
                  </a:cubicBezTo>
                  <a:lnTo>
                    <a:pt x="11329" y="9247"/>
                  </a:lnTo>
                  <a:cubicBezTo>
                    <a:pt x="12024" y="8950"/>
                    <a:pt x="11999" y="7934"/>
                    <a:pt x="11280" y="7710"/>
                  </a:cubicBezTo>
                  <a:lnTo>
                    <a:pt x="11701" y="7115"/>
                  </a:lnTo>
                  <a:cubicBezTo>
                    <a:pt x="12024" y="6669"/>
                    <a:pt x="11850" y="6050"/>
                    <a:pt x="11329" y="5851"/>
                  </a:cubicBezTo>
                  <a:lnTo>
                    <a:pt x="11329" y="5826"/>
                  </a:lnTo>
                  <a:lnTo>
                    <a:pt x="11329" y="1612"/>
                  </a:lnTo>
                  <a:cubicBezTo>
                    <a:pt x="11329" y="720"/>
                    <a:pt x="10611" y="1"/>
                    <a:pt x="9743" y="1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6"/>
          <p:cNvSpPr/>
          <p:nvPr/>
        </p:nvSpPr>
        <p:spPr>
          <a:xfrm>
            <a:off x="1800300" y="3118750"/>
            <a:ext cx="5543400" cy="408000"/>
          </a:xfrm>
          <a:prstGeom prst="roundRect">
            <a:avLst>
              <a:gd name="adj" fmla="val 50000"/>
            </a:avLst>
          </a:prstGeom>
          <a:solidFill>
            <a:srgbClr val="FFFFFF">
              <a:alpha val="5333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01" name="Google Shape;701;p36"/>
          <p:cNvSpPr txBox="1">
            <a:spLocks noGrp="1"/>
          </p:cNvSpPr>
          <p:nvPr>
            <p:ph type="title"/>
          </p:nvPr>
        </p:nvSpPr>
        <p:spPr>
          <a:xfrm>
            <a:off x="1116838" y="1887287"/>
            <a:ext cx="6910324" cy="6740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70 millions </a:t>
            </a:r>
            <a:endParaRPr dirty="0"/>
          </a:p>
        </p:txBody>
      </p:sp>
      <p:sp>
        <p:nvSpPr>
          <p:cNvPr id="702" name="Google Shape;702;p36"/>
          <p:cNvSpPr txBox="1">
            <a:spLocks noGrp="1"/>
          </p:cNvSpPr>
          <p:nvPr>
            <p:ph type="subTitle" idx="1"/>
          </p:nvPr>
        </p:nvSpPr>
        <p:spPr>
          <a:xfrm>
            <a:off x="2274750" y="3210245"/>
            <a:ext cx="4594500" cy="2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People affected by sleeping disorder globally </a:t>
            </a:r>
            <a:endParaRPr dirty="0"/>
          </a:p>
        </p:txBody>
      </p:sp>
      <p:sp>
        <p:nvSpPr>
          <p:cNvPr id="703" name="Google Shape;703;p36"/>
          <p:cNvSpPr/>
          <p:nvPr/>
        </p:nvSpPr>
        <p:spPr>
          <a:xfrm flipH="1">
            <a:off x="2149516" y="4006207"/>
            <a:ext cx="396029" cy="408082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36"/>
          <p:cNvSpPr/>
          <p:nvPr/>
        </p:nvSpPr>
        <p:spPr>
          <a:xfrm rot="808271" flipH="1">
            <a:off x="1306443" y="1797637"/>
            <a:ext cx="396018" cy="408070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36"/>
          <p:cNvSpPr/>
          <p:nvPr/>
        </p:nvSpPr>
        <p:spPr>
          <a:xfrm flipH="1">
            <a:off x="7392631" y="1132233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36"/>
          <p:cNvSpPr/>
          <p:nvPr/>
        </p:nvSpPr>
        <p:spPr>
          <a:xfrm rot="2116722" flipH="1">
            <a:off x="7681309" y="2367730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36"/>
          <p:cNvSpPr/>
          <p:nvPr/>
        </p:nvSpPr>
        <p:spPr>
          <a:xfrm rot="-2700000" flipH="1">
            <a:off x="6235361" y="4107467"/>
            <a:ext cx="566807" cy="591047"/>
          </a:xfrm>
          <a:custGeom>
            <a:avLst/>
            <a:gdLst/>
            <a:ahLst/>
            <a:cxnLst/>
            <a:rect l="l" t="t" r="r" b="b"/>
            <a:pathLst>
              <a:path w="43470" h="45329" extrusionOk="0">
                <a:moveTo>
                  <a:pt x="16009" y="0"/>
                </a:moveTo>
                <a:lnTo>
                  <a:pt x="14091" y="15709"/>
                </a:lnTo>
                <a:lnTo>
                  <a:pt x="1" y="23024"/>
                </a:lnTo>
                <a:lnTo>
                  <a:pt x="14390" y="29679"/>
                </a:lnTo>
                <a:lnTo>
                  <a:pt x="17028" y="45328"/>
                </a:lnTo>
                <a:lnTo>
                  <a:pt x="27821" y="33756"/>
                </a:lnTo>
                <a:lnTo>
                  <a:pt x="43469" y="36035"/>
                </a:lnTo>
                <a:lnTo>
                  <a:pt x="35795" y="22185"/>
                </a:lnTo>
                <a:lnTo>
                  <a:pt x="42810" y="8035"/>
                </a:lnTo>
                <a:lnTo>
                  <a:pt x="42810" y="8035"/>
                </a:lnTo>
                <a:lnTo>
                  <a:pt x="27281" y="11033"/>
                </a:lnTo>
                <a:lnTo>
                  <a:pt x="16009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36"/>
          <p:cNvSpPr/>
          <p:nvPr/>
        </p:nvSpPr>
        <p:spPr>
          <a:xfrm flipH="1">
            <a:off x="3323921" y="792100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43"/>
          <p:cNvSpPr txBox="1">
            <a:spLocks noGrp="1"/>
          </p:cNvSpPr>
          <p:nvPr>
            <p:ph type="title"/>
          </p:nvPr>
        </p:nvSpPr>
        <p:spPr>
          <a:xfrm>
            <a:off x="1943968" y="676878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Hours of sleep</a:t>
            </a:r>
            <a:endParaRPr/>
          </a:p>
        </p:txBody>
      </p:sp>
      <p:graphicFrame>
        <p:nvGraphicFramePr>
          <p:cNvPr id="1160" name="Google Shape;1160;p43"/>
          <p:cNvGraphicFramePr/>
          <p:nvPr>
            <p:extLst>
              <p:ext uri="{D42A27DB-BD31-4B8C-83A1-F6EECF244321}">
                <p14:modId xmlns:p14="http://schemas.microsoft.com/office/powerpoint/2010/main" val="1575854899"/>
              </p:ext>
            </p:extLst>
          </p:nvPr>
        </p:nvGraphicFramePr>
        <p:xfrm>
          <a:off x="833350" y="1476375"/>
          <a:ext cx="7477300" cy="2590650"/>
        </p:xfrm>
        <a:graphic>
          <a:graphicData uri="http://schemas.openxmlformats.org/drawingml/2006/table">
            <a:tbl>
              <a:tblPr>
                <a:noFill/>
                <a:tableStyleId>{CAC2B02A-F4F6-44CB-A6FF-40970805393E}</a:tableStyleId>
              </a:tblPr>
              <a:tblGrid>
                <a:gridCol w="169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3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Fredoka One"/>
                          <a:ea typeface="Fredoka One"/>
                          <a:cs typeface="Fredoka One"/>
                          <a:sym typeface="Fredoka One"/>
                        </a:rPr>
                        <a:t>Age</a:t>
                      </a:r>
                      <a:endParaRPr sz="220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Fredoka One"/>
                          <a:ea typeface="Fredoka One"/>
                          <a:cs typeface="Fredoka One"/>
                          <a:sym typeface="Fredoka One"/>
                        </a:rPr>
                        <a:t>Recommended hour of sleep</a:t>
                      </a:r>
                      <a:endParaRPr sz="220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Fredoka One"/>
                          <a:ea typeface="Fredoka One"/>
                          <a:cs typeface="Fredoka One"/>
                          <a:sym typeface="Fredoka One"/>
                        </a:rPr>
                        <a:t>Newborn</a:t>
                      </a:r>
                      <a:endParaRPr sz="220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Josefin Slab Medium"/>
                          <a:ea typeface="Josefin Slab Medium"/>
                          <a:cs typeface="Josefin Slab Medium"/>
                          <a:sym typeface="Josefin Slab Medium"/>
                        </a:rPr>
                        <a:t>0-3 months</a:t>
                      </a:r>
                      <a:endParaRPr sz="1500">
                        <a:solidFill>
                          <a:schemeClr val="dk1"/>
                        </a:solidFill>
                        <a:latin typeface="Josefin Slab Medium"/>
                        <a:ea typeface="Josefin Slab Medium"/>
                        <a:cs typeface="Josefin Slab Medium"/>
                        <a:sym typeface="Josefin Slab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Josefin Slab Medium"/>
                          <a:ea typeface="Josefin Slab Medium"/>
                          <a:cs typeface="Josefin Slab Medium"/>
                          <a:sym typeface="Josefin Slab Medium"/>
                        </a:rPr>
                        <a:t>14-17 hours</a:t>
                      </a:r>
                      <a:endParaRPr sz="1500">
                        <a:solidFill>
                          <a:schemeClr val="dk1"/>
                        </a:solidFill>
                        <a:latin typeface="Josefin Slab Medium"/>
                        <a:ea typeface="Josefin Slab Medium"/>
                        <a:cs typeface="Josefin Slab Medium"/>
                        <a:sym typeface="Josefin Slab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Fredoka One"/>
                          <a:ea typeface="Fredoka One"/>
                          <a:cs typeface="Fredoka One"/>
                          <a:sym typeface="Fredoka One"/>
                        </a:rPr>
                        <a:t>School age</a:t>
                      </a:r>
                      <a:endParaRPr sz="220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Josefin Slab Medium"/>
                          <a:ea typeface="Josefin Slab Medium"/>
                          <a:cs typeface="Josefin Slab Medium"/>
                          <a:sym typeface="Josefin Slab Medium"/>
                        </a:rPr>
                        <a:t>6-12 years</a:t>
                      </a:r>
                      <a:endParaRPr sz="1500">
                        <a:solidFill>
                          <a:schemeClr val="dk1"/>
                        </a:solidFill>
                        <a:latin typeface="Josefin Slab Medium"/>
                        <a:ea typeface="Josefin Slab Medium"/>
                        <a:cs typeface="Josefin Slab Medium"/>
                        <a:sym typeface="Josefin Slab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1"/>
                          </a:solidFill>
                          <a:latin typeface="Josefin Slab Medium"/>
                          <a:ea typeface="Josefin Slab Medium"/>
                          <a:cs typeface="Josefin Slab Medium"/>
                          <a:sym typeface="Josefin Slab Medium"/>
                        </a:rPr>
                        <a:t>9-12 hours </a:t>
                      </a:r>
                      <a:endParaRPr sz="1500" dirty="0">
                        <a:solidFill>
                          <a:schemeClr val="dk1"/>
                        </a:solidFill>
                        <a:latin typeface="Josefin Slab Medium"/>
                        <a:ea typeface="Josefin Slab Medium"/>
                        <a:cs typeface="Josefin Slab Medium"/>
                        <a:sym typeface="Josefin Slab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Fredoka One"/>
                          <a:ea typeface="Fredoka One"/>
                          <a:cs typeface="Fredoka One"/>
                          <a:sym typeface="Fredoka One"/>
                        </a:rPr>
                        <a:t>Teen</a:t>
                      </a:r>
                      <a:endParaRPr sz="220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Josefin Slab Medium"/>
                          <a:ea typeface="Josefin Slab Medium"/>
                          <a:cs typeface="Josefin Slab Medium"/>
                          <a:sym typeface="Josefin Slab Medium"/>
                        </a:rPr>
                        <a:t>13-18 years</a:t>
                      </a:r>
                      <a:endParaRPr sz="1500">
                        <a:solidFill>
                          <a:schemeClr val="dk1"/>
                        </a:solidFill>
                        <a:latin typeface="Josefin Slab Medium"/>
                        <a:ea typeface="Josefin Slab Medium"/>
                        <a:cs typeface="Josefin Slab Medium"/>
                        <a:sym typeface="Josefin Slab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1"/>
                          </a:solidFill>
                          <a:latin typeface="Josefin Slab Medium"/>
                          <a:ea typeface="Josefin Slab Medium"/>
                          <a:cs typeface="Josefin Slab Medium"/>
                          <a:sym typeface="Josefin Slab Medium"/>
                        </a:rPr>
                        <a:t>8</a:t>
                      </a:r>
                      <a:r>
                        <a:rPr lang="en-US" sz="1500" dirty="0">
                          <a:solidFill>
                            <a:schemeClr val="dk1"/>
                          </a:solidFill>
                          <a:latin typeface="Josefin Slab Medium"/>
                          <a:ea typeface="Josefin Slab Medium"/>
                          <a:cs typeface="Josefin Slab Medium"/>
                          <a:sym typeface="Josefin Slab Medium"/>
                        </a:rPr>
                        <a:t> hours</a:t>
                      </a:r>
                      <a:endParaRPr sz="1500" dirty="0">
                        <a:solidFill>
                          <a:schemeClr val="dk1"/>
                        </a:solidFill>
                        <a:latin typeface="Josefin Slab Medium"/>
                        <a:ea typeface="Josefin Slab Medium"/>
                        <a:cs typeface="Josefin Slab Medium"/>
                        <a:sym typeface="Josefin Slab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Fredoka One"/>
                          <a:ea typeface="Fredoka One"/>
                          <a:cs typeface="Fredoka One"/>
                          <a:sym typeface="Fredoka One"/>
                        </a:rPr>
                        <a:t>Adult</a:t>
                      </a:r>
                      <a:endParaRPr sz="2200">
                        <a:solidFill>
                          <a:schemeClr val="dk1"/>
                        </a:solidFill>
                        <a:latin typeface="Fredoka One"/>
                        <a:ea typeface="Fredoka One"/>
                        <a:cs typeface="Fredoka One"/>
                        <a:sym typeface="Fredoka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Josefin Slab Medium"/>
                          <a:ea typeface="Josefin Slab Medium"/>
                          <a:cs typeface="Josefin Slab Medium"/>
                          <a:sym typeface="Josefin Slab Medium"/>
                        </a:rPr>
                        <a:t>18-60 years</a:t>
                      </a:r>
                      <a:endParaRPr sz="1500">
                        <a:solidFill>
                          <a:schemeClr val="dk1"/>
                        </a:solidFill>
                        <a:latin typeface="Josefin Slab Medium"/>
                        <a:ea typeface="Josefin Slab Medium"/>
                        <a:cs typeface="Josefin Slab Medium"/>
                        <a:sym typeface="Josefin Slab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  <a:latin typeface="Josefin Slab Medium"/>
                          <a:ea typeface="Josefin Slab Medium"/>
                          <a:cs typeface="Josefin Slab Medium"/>
                          <a:sym typeface="Josefin Slab Medium"/>
                        </a:rPr>
                        <a:t>7-9 hours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61" name="Google Shape;1161;p43"/>
          <p:cNvSpPr/>
          <p:nvPr/>
        </p:nvSpPr>
        <p:spPr>
          <a:xfrm>
            <a:off x="4815540" y="344750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43"/>
          <p:cNvSpPr/>
          <p:nvPr/>
        </p:nvSpPr>
        <p:spPr>
          <a:xfrm rot="-2308164">
            <a:off x="6821067" y="1079466"/>
            <a:ext cx="203290" cy="20486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43"/>
          <p:cNvSpPr/>
          <p:nvPr/>
        </p:nvSpPr>
        <p:spPr>
          <a:xfrm rot="-2308164">
            <a:off x="1699017" y="1570591"/>
            <a:ext cx="203290" cy="20486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99;p29">
            <a:extLst>
              <a:ext uri="{FF2B5EF4-FFF2-40B4-BE49-F238E27FC236}">
                <a16:creationId xmlns:a16="http://schemas.microsoft.com/office/drawing/2014/main" id="{CD5058CC-0FB8-9AE0-6031-C2B31E9DD41D}"/>
              </a:ext>
            </a:extLst>
          </p:cNvPr>
          <p:cNvSpPr/>
          <p:nvPr/>
        </p:nvSpPr>
        <p:spPr>
          <a:xfrm>
            <a:off x="989473" y="637354"/>
            <a:ext cx="752954" cy="763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4AF581-958B-A4DF-9B31-AA8CBABBFF1C}"/>
              </a:ext>
            </a:extLst>
          </p:cNvPr>
          <p:cNvSpPr txBox="1"/>
          <p:nvPr/>
        </p:nvSpPr>
        <p:spPr>
          <a:xfrm>
            <a:off x="1097658" y="802544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03</a:t>
            </a:r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42"/>
          <p:cNvSpPr txBox="1">
            <a:spLocks noGrp="1"/>
          </p:cNvSpPr>
          <p:nvPr>
            <p:ph type="title"/>
          </p:nvPr>
        </p:nvSpPr>
        <p:spPr>
          <a:xfrm>
            <a:off x="66446" y="2488341"/>
            <a:ext cx="7152444" cy="4363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/>
              <a:t>Advantage and disadvantage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151" name="Google Shape;1151;p42"/>
          <p:cNvSpPr/>
          <p:nvPr/>
        </p:nvSpPr>
        <p:spPr>
          <a:xfrm>
            <a:off x="2582442" y="4090658"/>
            <a:ext cx="207193" cy="19781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42"/>
          <p:cNvSpPr/>
          <p:nvPr/>
        </p:nvSpPr>
        <p:spPr>
          <a:xfrm rot="2700000">
            <a:off x="2774097" y="599004"/>
            <a:ext cx="566807" cy="591047"/>
          </a:xfrm>
          <a:custGeom>
            <a:avLst/>
            <a:gdLst/>
            <a:ahLst/>
            <a:cxnLst/>
            <a:rect l="l" t="t" r="r" b="b"/>
            <a:pathLst>
              <a:path w="43470" h="45329" extrusionOk="0">
                <a:moveTo>
                  <a:pt x="16009" y="0"/>
                </a:moveTo>
                <a:lnTo>
                  <a:pt x="14091" y="15709"/>
                </a:lnTo>
                <a:lnTo>
                  <a:pt x="1" y="23024"/>
                </a:lnTo>
                <a:lnTo>
                  <a:pt x="14390" y="29679"/>
                </a:lnTo>
                <a:lnTo>
                  <a:pt x="17028" y="45328"/>
                </a:lnTo>
                <a:lnTo>
                  <a:pt x="27821" y="33756"/>
                </a:lnTo>
                <a:lnTo>
                  <a:pt x="43469" y="36035"/>
                </a:lnTo>
                <a:lnTo>
                  <a:pt x="35795" y="22185"/>
                </a:lnTo>
                <a:lnTo>
                  <a:pt x="42810" y="8035"/>
                </a:lnTo>
                <a:lnTo>
                  <a:pt x="42810" y="8035"/>
                </a:lnTo>
                <a:lnTo>
                  <a:pt x="27281" y="11033"/>
                </a:lnTo>
                <a:lnTo>
                  <a:pt x="16009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53" name="Google Shape;1153;p42"/>
          <p:cNvSpPr/>
          <p:nvPr/>
        </p:nvSpPr>
        <p:spPr>
          <a:xfrm>
            <a:off x="5617965" y="792100"/>
            <a:ext cx="203281" cy="204858"/>
          </a:xfrm>
          <a:custGeom>
            <a:avLst/>
            <a:gdLst/>
            <a:ahLst/>
            <a:cxnLst/>
            <a:rect l="l" t="t" r="r" b="b"/>
            <a:pathLst>
              <a:path w="15589" h="15710" extrusionOk="0">
                <a:moveTo>
                  <a:pt x="10972" y="0"/>
                </a:moveTo>
                <a:lnTo>
                  <a:pt x="6595" y="3418"/>
                </a:lnTo>
                <a:lnTo>
                  <a:pt x="1319" y="1739"/>
                </a:lnTo>
                <a:lnTo>
                  <a:pt x="3178" y="6955"/>
                </a:lnTo>
                <a:lnTo>
                  <a:pt x="0" y="11452"/>
                </a:lnTo>
                <a:lnTo>
                  <a:pt x="5516" y="11272"/>
                </a:lnTo>
                <a:lnTo>
                  <a:pt x="8814" y="15709"/>
                </a:lnTo>
                <a:lnTo>
                  <a:pt x="10373" y="10433"/>
                </a:lnTo>
                <a:lnTo>
                  <a:pt x="15589" y="8634"/>
                </a:lnTo>
                <a:lnTo>
                  <a:pt x="11032" y="5516"/>
                </a:lnTo>
                <a:lnTo>
                  <a:pt x="1097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4" name="Google Shape;115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450906" y="1561775"/>
            <a:ext cx="5535969" cy="41465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399;p29">
            <a:extLst>
              <a:ext uri="{FF2B5EF4-FFF2-40B4-BE49-F238E27FC236}">
                <a16:creationId xmlns:a16="http://schemas.microsoft.com/office/drawing/2014/main" id="{0A7B7211-F259-7BCE-9CDD-779CCE9C9359}"/>
              </a:ext>
            </a:extLst>
          </p:cNvPr>
          <p:cNvSpPr/>
          <p:nvPr/>
        </p:nvSpPr>
        <p:spPr>
          <a:xfrm>
            <a:off x="543547" y="451116"/>
            <a:ext cx="1029040" cy="1049295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400;p29">
            <a:extLst>
              <a:ext uri="{FF2B5EF4-FFF2-40B4-BE49-F238E27FC236}">
                <a16:creationId xmlns:a16="http://schemas.microsoft.com/office/drawing/2014/main" id="{758A934D-36DB-26A9-4D44-2A701C2382BB}"/>
              </a:ext>
            </a:extLst>
          </p:cNvPr>
          <p:cNvSpPr txBox="1">
            <a:spLocks/>
          </p:cNvSpPr>
          <p:nvPr/>
        </p:nvSpPr>
        <p:spPr>
          <a:xfrm>
            <a:off x="434692" y="831994"/>
            <a:ext cx="1246750" cy="30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04</a:t>
            </a:r>
            <a:endParaRPr lang="en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Google Shape;702;p36">
            <a:extLst>
              <a:ext uri="{FF2B5EF4-FFF2-40B4-BE49-F238E27FC236}">
                <a16:creationId xmlns:a16="http://schemas.microsoft.com/office/drawing/2014/main" id="{2E1CC040-DBF0-75C9-C0B9-8B96FFAEEF57}"/>
              </a:ext>
            </a:extLst>
          </p:cNvPr>
          <p:cNvSpPr txBox="1">
            <a:spLocks/>
          </p:cNvSpPr>
          <p:nvPr/>
        </p:nvSpPr>
        <p:spPr>
          <a:xfrm>
            <a:off x="-38574" y="3800079"/>
            <a:ext cx="4594500" cy="2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chemeClr val="bg1"/>
                </a:solidFill>
              </a:rPr>
              <a:t>Of sleep</a:t>
            </a:r>
            <a:endParaRPr lang="en-US" sz="2000" b="1" dirty="0"/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C41F2-00EA-1987-9DC2-78473A219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924" y="901147"/>
            <a:ext cx="7156358" cy="81574"/>
          </a:xfrm>
        </p:spPr>
        <p:txBody>
          <a:bodyPr/>
          <a:lstStyle/>
          <a:p>
            <a:r>
              <a:rPr lang="en-US" sz="4400" dirty="0"/>
              <a:t>Advantage of sleep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6FEB2-E490-4F9C-8ACD-5FF30CE35494}"/>
              </a:ext>
            </a:extLst>
          </p:cNvPr>
          <p:cNvSpPr txBox="1"/>
          <p:nvPr/>
        </p:nvSpPr>
        <p:spPr>
          <a:xfrm>
            <a:off x="601839" y="1360763"/>
            <a:ext cx="80374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0000"/>
                  </a:schemeClr>
                </a:solidFill>
              </a:rPr>
              <a:t>Improved Memory and Learning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0000"/>
                  </a:schemeClr>
                </a:solidFill>
              </a:rPr>
              <a:t>Enhanced Mood and Mental Health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0000"/>
                  </a:schemeClr>
                </a:solidFill>
              </a:rPr>
              <a:t>Stronger Immune System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0000"/>
                  </a:schemeClr>
                </a:solidFill>
              </a:rPr>
              <a:t>Better Physical Health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0000"/>
                  </a:schemeClr>
                </a:solidFill>
              </a:rPr>
              <a:t>Increased Productivity and Focus</a:t>
            </a:r>
          </a:p>
        </p:txBody>
      </p:sp>
      <p:pic>
        <p:nvPicPr>
          <p:cNvPr id="7" name="Google Shape;1154;p42">
            <a:extLst>
              <a:ext uri="{FF2B5EF4-FFF2-40B4-BE49-F238E27FC236}">
                <a16:creationId xmlns:a16="http://schemas.microsoft.com/office/drawing/2014/main" id="{EEEEC01A-33E0-6186-7A71-42015D299CE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50906" y="1561775"/>
            <a:ext cx="5535969" cy="4146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596083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9CF14-EB89-C56B-A3B1-66A99E9D5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79" y="-106018"/>
            <a:ext cx="8244170" cy="2071500"/>
          </a:xfrm>
        </p:spPr>
        <p:txBody>
          <a:bodyPr/>
          <a:lstStyle/>
          <a:p>
            <a:r>
              <a:rPr lang="en-US" sz="4400" dirty="0"/>
              <a:t>Disadvantage of sleep</a:t>
            </a:r>
            <a:r>
              <a:rPr lang="en-US" dirty="0"/>
              <a:t> </a:t>
            </a:r>
          </a:p>
        </p:txBody>
      </p:sp>
      <p:pic>
        <p:nvPicPr>
          <p:cNvPr id="4" name="Google Shape;1154;p42">
            <a:extLst>
              <a:ext uri="{FF2B5EF4-FFF2-40B4-BE49-F238E27FC236}">
                <a16:creationId xmlns:a16="http://schemas.microsoft.com/office/drawing/2014/main" id="{4BD7801D-DCB0-6A3C-B64A-763E259494A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50906" y="1561775"/>
            <a:ext cx="5535969" cy="41465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B115E3-F704-3809-9856-CED95AE5684C}"/>
              </a:ext>
            </a:extLst>
          </p:cNvPr>
          <p:cNvSpPr txBox="1"/>
          <p:nvPr/>
        </p:nvSpPr>
        <p:spPr>
          <a:xfrm>
            <a:off x="276979" y="1469010"/>
            <a:ext cx="49178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400" b="1" dirty="0">
              <a:solidFill>
                <a:schemeClr val="bg1">
                  <a:lumMod val="90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>
                    <a:lumMod val="90000"/>
                  </a:schemeClr>
                </a:solidFill>
              </a:rPr>
              <a:t>Increased Risk of Health Problems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>
                    <a:lumMod val="90000"/>
                  </a:schemeClr>
                </a:solidFill>
              </a:rPr>
              <a:t>Headaches and Body Aches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>
                    <a:lumMod val="90000"/>
                  </a:schemeClr>
                </a:solidFill>
              </a:rPr>
              <a:t>Reduced Energy</a:t>
            </a:r>
          </a:p>
        </p:txBody>
      </p:sp>
    </p:spTree>
    <p:extLst>
      <p:ext uri="{BB962C8B-B14F-4D97-AF65-F5344CB8AC3E}">
        <p14:creationId xmlns:p14="http://schemas.microsoft.com/office/powerpoint/2010/main" val="2383273926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p47"/>
          <p:cNvSpPr txBox="1">
            <a:spLocks noGrp="1"/>
          </p:cNvSpPr>
          <p:nvPr>
            <p:ph type="subTitle" idx="1"/>
          </p:nvPr>
        </p:nvSpPr>
        <p:spPr>
          <a:xfrm>
            <a:off x="2943004" y="1105925"/>
            <a:ext cx="5486695" cy="17101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US" sz="1500" dirty="0"/>
              <a:t>Caffeine and alcohol </a:t>
            </a:r>
          </a:p>
          <a:p>
            <a:pPr marL="285750" indent="-285750"/>
            <a:endParaRPr lang="en-US" sz="1500" dirty="0"/>
          </a:p>
          <a:p>
            <a:pPr marL="285750" indent="-285750"/>
            <a:endParaRPr lang="en-US" sz="1500" dirty="0"/>
          </a:p>
          <a:p>
            <a:pPr marL="285750" indent="-285750"/>
            <a:endParaRPr lang="en-US" sz="1500" dirty="0"/>
          </a:p>
          <a:p>
            <a:pPr marL="285750" indent="-285750"/>
            <a:r>
              <a:rPr lang="en-US" sz="1500" dirty="0"/>
              <a:t>Screen time before 20 minutes</a:t>
            </a:r>
          </a:p>
          <a:p>
            <a:pPr marL="285750" indent="-285750"/>
            <a:endParaRPr lang="en-US" sz="1500" dirty="0"/>
          </a:p>
          <a:p>
            <a:pPr marL="285750" indent="-285750"/>
            <a:endParaRPr lang="en-US" sz="1500" dirty="0"/>
          </a:p>
          <a:p>
            <a:pPr marL="285750" indent="-285750"/>
            <a:endParaRPr lang="en-US" sz="1500" dirty="0"/>
          </a:p>
          <a:p>
            <a:pPr marL="285750" indent="-285750"/>
            <a:endParaRPr lang="en-US" sz="1500" dirty="0"/>
          </a:p>
          <a:p>
            <a:pPr marL="285750" indent="-285750"/>
            <a:r>
              <a:rPr lang="en-US" sz="1500" dirty="0"/>
              <a:t>Late night exercise </a:t>
            </a:r>
            <a:endParaRPr sz="1500" dirty="0"/>
          </a:p>
        </p:txBody>
      </p:sp>
      <p:sp>
        <p:nvSpPr>
          <p:cNvPr id="2430" name="Google Shape;2430;p47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To avoid before bed</a:t>
            </a:r>
            <a:endParaRPr dirty="0"/>
          </a:p>
        </p:txBody>
      </p:sp>
      <p:sp>
        <p:nvSpPr>
          <p:cNvPr id="2431" name="Google Shape;2431;p47"/>
          <p:cNvSpPr/>
          <p:nvPr/>
        </p:nvSpPr>
        <p:spPr>
          <a:xfrm rot="2116722" flipH="1">
            <a:off x="5369683" y="3737680"/>
            <a:ext cx="396002" cy="408054"/>
          </a:xfrm>
          <a:custGeom>
            <a:avLst/>
            <a:gdLst/>
            <a:ahLst/>
            <a:cxnLst/>
            <a:rect l="l" t="t" r="r" b="b"/>
            <a:pathLst>
              <a:path w="25662" h="26443" extrusionOk="0">
                <a:moveTo>
                  <a:pt x="16968" y="1"/>
                </a:moveTo>
                <a:lnTo>
                  <a:pt x="10073" y="6237"/>
                </a:lnTo>
                <a:lnTo>
                  <a:pt x="1079" y="4078"/>
                </a:lnTo>
                <a:lnTo>
                  <a:pt x="4857" y="12532"/>
                </a:lnTo>
                <a:lnTo>
                  <a:pt x="0" y="20386"/>
                </a:lnTo>
                <a:lnTo>
                  <a:pt x="9233" y="19427"/>
                </a:lnTo>
                <a:lnTo>
                  <a:pt x="15229" y="26442"/>
                </a:lnTo>
                <a:lnTo>
                  <a:pt x="17148" y="17448"/>
                </a:lnTo>
                <a:lnTo>
                  <a:pt x="25662" y="13911"/>
                </a:lnTo>
                <a:lnTo>
                  <a:pt x="17687" y="9234"/>
                </a:lnTo>
                <a:lnTo>
                  <a:pt x="1696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2" name="Google Shape;2432;p47"/>
          <p:cNvSpPr/>
          <p:nvPr/>
        </p:nvSpPr>
        <p:spPr>
          <a:xfrm rot="194466" flipH="1">
            <a:off x="6802185" y="2634617"/>
            <a:ext cx="688414" cy="693970"/>
          </a:xfrm>
          <a:custGeom>
            <a:avLst/>
            <a:gdLst/>
            <a:ahLst/>
            <a:cxnLst/>
            <a:rect l="l" t="t" r="r" b="b"/>
            <a:pathLst>
              <a:path w="44609" h="44969" extrusionOk="0">
                <a:moveTo>
                  <a:pt x="31298" y="1"/>
                </a:moveTo>
                <a:lnTo>
                  <a:pt x="18827" y="9774"/>
                </a:lnTo>
                <a:lnTo>
                  <a:pt x="3718" y="5037"/>
                </a:lnTo>
                <a:lnTo>
                  <a:pt x="9174" y="19907"/>
                </a:lnTo>
                <a:lnTo>
                  <a:pt x="1" y="32798"/>
                </a:lnTo>
                <a:lnTo>
                  <a:pt x="15829" y="32258"/>
                </a:lnTo>
                <a:lnTo>
                  <a:pt x="25242" y="44969"/>
                </a:lnTo>
                <a:lnTo>
                  <a:pt x="29619" y="29740"/>
                </a:lnTo>
                <a:lnTo>
                  <a:pt x="44608" y="24703"/>
                </a:lnTo>
                <a:lnTo>
                  <a:pt x="31478" y="15890"/>
                </a:lnTo>
                <a:lnTo>
                  <a:pt x="3129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1642;p46">
            <a:extLst>
              <a:ext uri="{FF2B5EF4-FFF2-40B4-BE49-F238E27FC236}">
                <a16:creationId xmlns:a16="http://schemas.microsoft.com/office/drawing/2014/main" id="{84F06D06-7357-D6AB-9E58-33CD7BA3FD5A}"/>
              </a:ext>
            </a:extLst>
          </p:cNvPr>
          <p:cNvGrpSpPr/>
          <p:nvPr/>
        </p:nvGrpSpPr>
        <p:grpSpPr>
          <a:xfrm>
            <a:off x="3942621" y="1529777"/>
            <a:ext cx="484050" cy="496900"/>
            <a:chOff x="3200500" y="3913325"/>
            <a:chExt cx="484050" cy="496900"/>
          </a:xfrm>
        </p:grpSpPr>
        <p:sp>
          <p:nvSpPr>
            <p:cNvPr id="3" name="Google Shape;1643;p46">
              <a:extLst>
                <a:ext uri="{FF2B5EF4-FFF2-40B4-BE49-F238E27FC236}">
                  <a16:creationId xmlns:a16="http://schemas.microsoft.com/office/drawing/2014/main" id="{3BEEB63B-070F-864C-DC33-D3F047D50A4F}"/>
                </a:ext>
              </a:extLst>
            </p:cNvPr>
            <p:cNvSpPr/>
            <p:nvPr/>
          </p:nvSpPr>
          <p:spPr>
            <a:xfrm>
              <a:off x="3550650" y="4048225"/>
              <a:ext cx="127075" cy="312400"/>
            </a:xfrm>
            <a:custGeom>
              <a:avLst/>
              <a:gdLst/>
              <a:ahLst/>
              <a:cxnLst/>
              <a:rect l="l" t="t" r="r" b="b"/>
              <a:pathLst>
                <a:path w="5083" h="12496" extrusionOk="0">
                  <a:moveTo>
                    <a:pt x="2224" y="1"/>
                  </a:moveTo>
                  <a:cubicBezTo>
                    <a:pt x="2194" y="1"/>
                    <a:pt x="2163" y="1"/>
                    <a:pt x="2132" y="2"/>
                  </a:cubicBezTo>
                  <a:lnTo>
                    <a:pt x="75" y="2"/>
                  </a:lnTo>
                  <a:lnTo>
                    <a:pt x="75" y="1812"/>
                  </a:lnTo>
                  <a:lnTo>
                    <a:pt x="2132" y="1812"/>
                  </a:lnTo>
                  <a:cubicBezTo>
                    <a:pt x="2148" y="1811"/>
                    <a:pt x="2164" y="1811"/>
                    <a:pt x="2180" y="1811"/>
                  </a:cubicBezTo>
                  <a:cubicBezTo>
                    <a:pt x="2730" y="1811"/>
                    <a:pt x="3201" y="2224"/>
                    <a:pt x="3273" y="2779"/>
                  </a:cubicBezTo>
                  <a:lnTo>
                    <a:pt x="3273" y="8976"/>
                  </a:lnTo>
                  <a:cubicBezTo>
                    <a:pt x="3273" y="9943"/>
                    <a:pt x="2405" y="10711"/>
                    <a:pt x="1339" y="10711"/>
                  </a:cubicBezTo>
                  <a:lnTo>
                    <a:pt x="75" y="10711"/>
                  </a:lnTo>
                  <a:lnTo>
                    <a:pt x="75" y="11951"/>
                  </a:lnTo>
                  <a:cubicBezTo>
                    <a:pt x="75" y="12149"/>
                    <a:pt x="50" y="12322"/>
                    <a:pt x="1" y="12496"/>
                  </a:cubicBezTo>
                  <a:lnTo>
                    <a:pt x="1339" y="12496"/>
                  </a:lnTo>
                  <a:cubicBezTo>
                    <a:pt x="3397" y="12496"/>
                    <a:pt x="5082" y="10934"/>
                    <a:pt x="5082" y="8976"/>
                  </a:cubicBezTo>
                  <a:lnTo>
                    <a:pt x="5082" y="2779"/>
                  </a:lnTo>
                  <a:cubicBezTo>
                    <a:pt x="5034" y="1223"/>
                    <a:pt x="3769" y="1"/>
                    <a:pt x="2224" y="1"/>
                  </a:cubicBezTo>
                  <a:close/>
                </a:path>
              </a:pathLst>
            </a:custGeom>
            <a:solidFill>
              <a:srgbClr val="CCE9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644;p46">
              <a:extLst>
                <a:ext uri="{FF2B5EF4-FFF2-40B4-BE49-F238E27FC236}">
                  <a16:creationId xmlns:a16="http://schemas.microsoft.com/office/drawing/2014/main" id="{CCE97D35-B6AB-605F-0A94-B82137439868}"/>
                </a:ext>
              </a:extLst>
            </p:cNvPr>
            <p:cNvSpPr/>
            <p:nvPr/>
          </p:nvSpPr>
          <p:spPr>
            <a:xfrm>
              <a:off x="3583500" y="4093475"/>
              <a:ext cx="73150" cy="222550"/>
            </a:xfrm>
            <a:custGeom>
              <a:avLst/>
              <a:gdLst/>
              <a:ahLst/>
              <a:cxnLst/>
              <a:rect l="l" t="t" r="r" b="b"/>
              <a:pathLst>
                <a:path w="2926" h="8902" extrusionOk="0">
                  <a:moveTo>
                    <a:pt x="866" y="1"/>
                  </a:moveTo>
                  <a:cubicBezTo>
                    <a:pt x="850" y="1"/>
                    <a:pt x="834" y="1"/>
                    <a:pt x="818" y="2"/>
                  </a:cubicBezTo>
                  <a:lnTo>
                    <a:pt x="914" y="2"/>
                  </a:lnTo>
                  <a:cubicBezTo>
                    <a:pt x="898" y="1"/>
                    <a:pt x="882" y="1"/>
                    <a:pt x="866" y="1"/>
                  </a:cubicBezTo>
                  <a:close/>
                  <a:moveTo>
                    <a:pt x="1835" y="1"/>
                  </a:moveTo>
                  <a:cubicBezTo>
                    <a:pt x="1819" y="1"/>
                    <a:pt x="1802" y="1"/>
                    <a:pt x="1785" y="2"/>
                  </a:cubicBezTo>
                  <a:lnTo>
                    <a:pt x="914" y="2"/>
                  </a:lnTo>
                  <a:cubicBezTo>
                    <a:pt x="1443" y="25"/>
                    <a:pt x="1889" y="432"/>
                    <a:pt x="1959" y="993"/>
                  </a:cubicBezTo>
                  <a:lnTo>
                    <a:pt x="1959" y="7191"/>
                  </a:lnTo>
                  <a:cubicBezTo>
                    <a:pt x="1959" y="8133"/>
                    <a:pt x="1091" y="8901"/>
                    <a:pt x="0" y="8901"/>
                  </a:cubicBezTo>
                  <a:lnTo>
                    <a:pt x="992" y="8901"/>
                  </a:lnTo>
                  <a:cubicBezTo>
                    <a:pt x="2058" y="8901"/>
                    <a:pt x="2926" y="8133"/>
                    <a:pt x="2926" y="7191"/>
                  </a:cubicBezTo>
                  <a:lnTo>
                    <a:pt x="2926" y="993"/>
                  </a:lnTo>
                  <a:cubicBezTo>
                    <a:pt x="2877" y="415"/>
                    <a:pt x="2408" y="1"/>
                    <a:pt x="1835" y="1"/>
                  </a:cubicBezTo>
                  <a:close/>
                </a:path>
              </a:pathLst>
            </a:custGeom>
            <a:solidFill>
              <a:srgbClr val="A3D9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645;p46">
              <a:extLst>
                <a:ext uri="{FF2B5EF4-FFF2-40B4-BE49-F238E27FC236}">
                  <a16:creationId xmlns:a16="http://schemas.microsoft.com/office/drawing/2014/main" id="{5C80CD9E-2F18-1715-8256-3E3941A5108A}"/>
                </a:ext>
              </a:extLst>
            </p:cNvPr>
            <p:cNvSpPr/>
            <p:nvPr/>
          </p:nvSpPr>
          <p:spPr>
            <a:xfrm>
              <a:off x="3552500" y="4048275"/>
              <a:ext cx="24200" cy="45250"/>
            </a:xfrm>
            <a:custGeom>
              <a:avLst/>
              <a:gdLst/>
              <a:ahLst/>
              <a:cxnLst/>
              <a:rect l="l" t="t" r="r" b="b"/>
              <a:pathLst>
                <a:path w="968" h="1810" extrusionOk="0">
                  <a:moveTo>
                    <a:pt x="1" y="0"/>
                  </a:moveTo>
                  <a:lnTo>
                    <a:pt x="1" y="1810"/>
                  </a:lnTo>
                  <a:lnTo>
                    <a:pt x="968" y="1810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A3D9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46;p46">
              <a:extLst>
                <a:ext uri="{FF2B5EF4-FFF2-40B4-BE49-F238E27FC236}">
                  <a16:creationId xmlns:a16="http://schemas.microsoft.com/office/drawing/2014/main" id="{58F9D61B-F7D8-6C4E-BD33-3C70AF93C6CF}"/>
                </a:ext>
              </a:extLst>
            </p:cNvPr>
            <p:cNvSpPr/>
            <p:nvPr/>
          </p:nvSpPr>
          <p:spPr>
            <a:xfrm>
              <a:off x="3550650" y="4316000"/>
              <a:ext cx="26675" cy="45250"/>
            </a:xfrm>
            <a:custGeom>
              <a:avLst/>
              <a:gdLst/>
              <a:ahLst/>
              <a:cxnLst/>
              <a:rect l="l" t="t" r="r" b="b"/>
              <a:pathLst>
                <a:path w="1067" h="1810" extrusionOk="0">
                  <a:moveTo>
                    <a:pt x="75" y="0"/>
                  </a:moveTo>
                  <a:lnTo>
                    <a:pt x="75" y="1264"/>
                  </a:lnTo>
                  <a:cubicBezTo>
                    <a:pt x="75" y="1438"/>
                    <a:pt x="50" y="1636"/>
                    <a:pt x="1" y="1810"/>
                  </a:cubicBezTo>
                  <a:lnTo>
                    <a:pt x="992" y="1810"/>
                  </a:lnTo>
                  <a:cubicBezTo>
                    <a:pt x="1042" y="1636"/>
                    <a:pt x="1067" y="1438"/>
                    <a:pt x="1067" y="1264"/>
                  </a:cubicBezTo>
                  <a:lnTo>
                    <a:pt x="1042" y="0"/>
                  </a:lnTo>
                  <a:close/>
                </a:path>
              </a:pathLst>
            </a:custGeom>
            <a:solidFill>
              <a:srgbClr val="A3D9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647;p46">
              <a:extLst>
                <a:ext uri="{FF2B5EF4-FFF2-40B4-BE49-F238E27FC236}">
                  <a16:creationId xmlns:a16="http://schemas.microsoft.com/office/drawing/2014/main" id="{60EECDE8-A105-E3D7-EC3C-B738FAEA920A}"/>
                </a:ext>
              </a:extLst>
            </p:cNvPr>
            <p:cNvSpPr/>
            <p:nvPr/>
          </p:nvSpPr>
          <p:spPr>
            <a:xfrm>
              <a:off x="3260625" y="3999300"/>
              <a:ext cx="294400" cy="146900"/>
            </a:xfrm>
            <a:custGeom>
              <a:avLst/>
              <a:gdLst/>
              <a:ahLst/>
              <a:cxnLst/>
              <a:rect l="l" t="t" r="r" b="b"/>
              <a:pathLst>
                <a:path w="11776" h="5876" extrusionOk="0">
                  <a:moveTo>
                    <a:pt x="942" y="1"/>
                  </a:moveTo>
                  <a:cubicBezTo>
                    <a:pt x="421" y="1"/>
                    <a:pt x="0" y="422"/>
                    <a:pt x="0" y="918"/>
                  </a:cubicBezTo>
                  <a:lnTo>
                    <a:pt x="0" y="4636"/>
                  </a:lnTo>
                  <a:lnTo>
                    <a:pt x="446" y="4959"/>
                  </a:lnTo>
                  <a:lnTo>
                    <a:pt x="9222" y="5876"/>
                  </a:lnTo>
                  <a:lnTo>
                    <a:pt x="11577" y="5083"/>
                  </a:lnTo>
                  <a:lnTo>
                    <a:pt x="11775" y="4636"/>
                  </a:lnTo>
                  <a:lnTo>
                    <a:pt x="11775" y="918"/>
                  </a:lnTo>
                  <a:cubicBezTo>
                    <a:pt x="11775" y="422"/>
                    <a:pt x="11354" y="1"/>
                    <a:pt x="10858" y="1"/>
                  </a:cubicBezTo>
                  <a:close/>
                </a:path>
              </a:pathLst>
            </a:custGeom>
            <a:solidFill>
              <a:srgbClr val="CCE9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648;p46">
              <a:extLst>
                <a:ext uri="{FF2B5EF4-FFF2-40B4-BE49-F238E27FC236}">
                  <a16:creationId xmlns:a16="http://schemas.microsoft.com/office/drawing/2014/main" id="{6C1F5E1B-2411-0F49-C1C0-CF1FEC2DD56B}"/>
                </a:ext>
              </a:extLst>
            </p:cNvPr>
            <p:cNvSpPr/>
            <p:nvPr/>
          </p:nvSpPr>
          <p:spPr>
            <a:xfrm>
              <a:off x="3260625" y="3999300"/>
              <a:ext cx="43400" cy="127700"/>
            </a:xfrm>
            <a:custGeom>
              <a:avLst/>
              <a:gdLst/>
              <a:ahLst/>
              <a:cxnLst/>
              <a:rect l="l" t="t" r="r" b="b"/>
              <a:pathLst>
                <a:path w="1736" h="5108" extrusionOk="0">
                  <a:moveTo>
                    <a:pt x="942" y="1"/>
                  </a:moveTo>
                  <a:cubicBezTo>
                    <a:pt x="421" y="1"/>
                    <a:pt x="0" y="422"/>
                    <a:pt x="0" y="943"/>
                  </a:cubicBezTo>
                  <a:lnTo>
                    <a:pt x="0" y="4661"/>
                  </a:lnTo>
                  <a:lnTo>
                    <a:pt x="446" y="4959"/>
                  </a:lnTo>
                  <a:lnTo>
                    <a:pt x="1735" y="5107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rgbClr val="A3D9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49;p46">
              <a:extLst>
                <a:ext uri="{FF2B5EF4-FFF2-40B4-BE49-F238E27FC236}">
                  <a16:creationId xmlns:a16="http://schemas.microsoft.com/office/drawing/2014/main" id="{A3B2F0F9-E8A7-A63B-6807-C9DA744B3C3B}"/>
                </a:ext>
              </a:extLst>
            </p:cNvPr>
            <p:cNvSpPr/>
            <p:nvPr/>
          </p:nvSpPr>
          <p:spPr>
            <a:xfrm>
              <a:off x="3260625" y="4093500"/>
              <a:ext cx="294400" cy="270850"/>
            </a:xfrm>
            <a:custGeom>
              <a:avLst/>
              <a:gdLst/>
              <a:ahLst/>
              <a:cxnLst/>
              <a:rect l="l" t="t" r="r" b="b"/>
              <a:pathLst>
                <a:path w="11776" h="10834" extrusionOk="0">
                  <a:moveTo>
                    <a:pt x="2854" y="1"/>
                  </a:moveTo>
                  <a:cubicBezTo>
                    <a:pt x="1113" y="1"/>
                    <a:pt x="0" y="893"/>
                    <a:pt x="0" y="893"/>
                  </a:cubicBezTo>
                  <a:lnTo>
                    <a:pt x="0" y="4289"/>
                  </a:lnTo>
                  <a:lnTo>
                    <a:pt x="198" y="4760"/>
                  </a:lnTo>
                  <a:lnTo>
                    <a:pt x="4784" y="4760"/>
                  </a:lnTo>
                  <a:lnTo>
                    <a:pt x="4809" y="10834"/>
                  </a:lnTo>
                  <a:lnTo>
                    <a:pt x="11676" y="10834"/>
                  </a:lnTo>
                  <a:cubicBezTo>
                    <a:pt x="11726" y="10611"/>
                    <a:pt x="11775" y="10388"/>
                    <a:pt x="11775" y="10164"/>
                  </a:cubicBezTo>
                  <a:lnTo>
                    <a:pt x="11775" y="893"/>
                  </a:lnTo>
                  <a:cubicBezTo>
                    <a:pt x="11775" y="893"/>
                    <a:pt x="10662" y="1775"/>
                    <a:pt x="8914" y="1775"/>
                  </a:cubicBezTo>
                  <a:cubicBezTo>
                    <a:pt x="8040" y="1775"/>
                    <a:pt x="7007" y="1554"/>
                    <a:pt x="5875" y="893"/>
                  </a:cubicBezTo>
                  <a:cubicBezTo>
                    <a:pt x="4751" y="224"/>
                    <a:pt x="3724" y="1"/>
                    <a:pt x="2854" y="1"/>
                  </a:cubicBezTo>
                  <a:close/>
                </a:path>
              </a:pathLst>
            </a:custGeom>
            <a:solidFill>
              <a:srgbClr val="E183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50;p46">
              <a:extLst>
                <a:ext uri="{FF2B5EF4-FFF2-40B4-BE49-F238E27FC236}">
                  <a16:creationId xmlns:a16="http://schemas.microsoft.com/office/drawing/2014/main" id="{E035ECC0-DF25-7106-9553-C352622DA1E9}"/>
                </a:ext>
              </a:extLst>
            </p:cNvPr>
            <p:cNvSpPr/>
            <p:nvPr/>
          </p:nvSpPr>
          <p:spPr>
            <a:xfrm>
              <a:off x="3261225" y="4096600"/>
              <a:ext cx="43425" cy="115925"/>
            </a:xfrm>
            <a:custGeom>
              <a:avLst/>
              <a:gdLst/>
              <a:ahLst/>
              <a:cxnLst/>
              <a:rect l="l" t="t" r="r" b="b"/>
              <a:pathLst>
                <a:path w="1737" h="4637" extrusionOk="0">
                  <a:moveTo>
                    <a:pt x="1736" y="1"/>
                  </a:moveTo>
                  <a:cubicBezTo>
                    <a:pt x="1092" y="125"/>
                    <a:pt x="521" y="397"/>
                    <a:pt x="1" y="769"/>
                  </a:cubicBezTo>
                  <a:lnTo>
                    <a:pt x="1" y="4165"/>
                  </a:lnTo>
                  <a:lnTo>
                    <a:pt x="199" y="4636"/>
                  </a:lnTo>
                  <a:lnTo>
                    <a:pt x="1736" y="4636"/>
                  </a:lnTo>
                  <a:lnTo>
                    <a:pt x="1736" y="1"/>
                  </a:ln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51;p46">
              <a:extLst>
                <a:ext uri="{FF2B5EF4-FFF2-40B4-BE49-F238E27FC236}">
                  <a16:creationId xmlns:a16="http://schemas.microsoft.com/office/drawing/2014/main" id="{F3E41727-F7E0-E7B4-1B07-EEC0DF6971EC}"/>
                </a:ext>
              </a:extLst>
            </p:cNvPr>
            <p:cNvSpPr/>
            <p:nvPr/>
          </p:nvSpPr>
          <p:spPr>
            <a:xfrm>
              <a:off x="3261850" y="4201350"/>
              <a:ext cx="169825" cy="163000"/>
            </a:xfrm>
            <a:custGeom>
              <a:avLst/>
              <a:gdLst/>
              <a:ahLst/>
              <a:cxnLst/>
              <a:rect l="l" t="t" r="r" b="b"/>
              <a:pathLst>
                <a:path w="6793" h="6520" extrusionOk="0">
                  <a:moveTo>
                    <a:pt x="422" y="0"/>
                  </a:moveTo>
                  <a:cubicBezTo>
                    <a:pt x="273" y="0"/>
                    <a:pt x="149" y="25"/>
                    <a:pt x="1" y="74"/>
                  </a:cubicBezTo>
                  <a:lnTo>
                    <a:pt x="174" y="471"/>
                  </a:lnTo>
                  <a:lnTo>
                    <a:pt x="4760" y="471"/>
                  </a:lnTo>
                  <a:lnTo>
                    <a:pt x="4760" y="6520"/>
                  </a:lnTo>
                  <a:lnTo>
                    <a:pt x="6793" y="6520"/>
                  </a:lnTo>
                  <a:lnTo>
                    <a:pt x="6793" y="1016"/>
                  </a:lnTo>
                  <a:cubicBezTo>
                    <a:pt x="6793" y="446"/>
                    <a:pt x="6322" y="0"/>
                    <a:pt x="5752" y="0"/>
                  </a:cubicBez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52;p46">
              <a:extLst>
                <a:ext uri="{FF2B5EF4-FFF2-40B4-BE49-F238E27FC236}">
                  <a16:creationId xmlns:a16="http://schemas.microsoft.com/office/drawing/2014/main" id="{42FC3AFA-5583-4E48-07E7-CEDADA6CE1BA}"/>
                </a:ext>
              </a:extLst>
            </p:cNvPr>
            <p:cNvSpPr/>
            <p:nvPr/>
          </p:nvSpPr>
          <p:spPr>
            <a:xfrm>
              <a:off x="3367200" y="4361225"/>
              <a:ext cx="186575" cy="41550"/>
            </a:xfrm>
            <a:custGeom>
              <a:avLst/>
              <a:gdLst/>
              <a:ahLst/>
              <a:cxnLst/>
              <a:rect l="l" t="t" r="r" b="b"/>
              <a:pathLst>
                <a:path w="7463" h="1662" extrusionOk="0">
                  <a:moveTo>
                    <a:pt x="546" y="1"/>
                  </a:moveTo>
                  <a:lnTo>
                    <a:pt x="546" y="819"/>
                  </a:lnTo>
                  <a:lnTo>
                    <a:pt x="125" y="1265"/>
                  </a:lnTo>
                  <a:lnTo>
                    <a:pt x="1" y="1662"/>
                  </a:lnTo>
                  <a:lnTo>
                    <a:pt x="5306" y="1662"/>
                  </a:lnTo>
                  <a:cubicBezTo>
                    <a:pt x="6322" y="1662"/>
                    <a:pt x="7190" y="968"/>
                    <a:pt x="7463" y="1"/>
                  </a:cubicBez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53;p46">
              <a:extLst>
                <a:ext uri="{FF2B5EF4-FFF2-40B4-BE49-F238E27FC236}">
                  <a16:creationId xmlns:a16="http://schemas.microsoft.com/office/drawing/2014/main" id="{977E5928-3CD0-5187-604A-3C3663344D43}"/>
                </a:ext>
              </a:extLst>
            </p:cNvPr>
            <p:cNvSpPr/>
            <p:nvPr/>
          </p:nvSpPr>
          <p:spPr>
            <a:xfrm>
              <a:off x="3367200" y="4361225"/>
              <a:ext cx="64475" cy="41550"/>
            </a:xfrm>
            <a:custGeom>
              <a:avLst/>
              <a:gdLst/>
              <a:ahLst/>
              <a:cxnLst/>
              <a:rect l="l" t="t" r="r" b="b"/>
              <a:pathLst>
                <a:path w="2579" h="1662" extrusionOk="0">
                  <a:moveTo>
                    <a:pt x="546" y="1"/>
                  </a:moveTo>
                  <a:lnTo>
                    <a:pt x="546" y="819"/>
                  </a:lnTo>
                  <a:lnTo>
                    <a:pt x="125" y="1265"/>
                  </a:lnTo>
                  <a:lnTo>
                    <a:pt x="1" y="1662"/>
                  </a:lnTo>
                  <a:lnTo>
                    <a:pt x="1538" y="1662"/>
                  </a:lnTo>
                  <a:cubicBezTo>
                    <a:pt x="2108" y="1662"/>
                    <a:pt x="2579" y="1191"/>
                    <a:pt x="2579" y="621"/>
                  </a:cubicBezTo>
                  <a:lnTo>
                    <a:pt x="2579" y="1"/>
                  </a:lnTo>
                  <a:close/>
                </a:path>
              </a:pathLst>
            </a:custGeom>
            <a:solidFill>
              <a:srgbClr val="F9ED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54;p46">
              <a:extLst>
                <a:ext uri="{FF2B5EF4-FFF2-40B4-BE49-F238E27FC236}">
                  <a16:creationId xmlns:a16="http://schemas.microsoft.com/office/drawing/2014/main" id="{51EC9D9E-001F-3BB2-BDB0-5B393B92C04C}"/>
                </a:ext>
              </a:extLst>
            </p:cNvPr>
            <p:cNvSpPr/>
            <p:nvPr/>
          </p:nvSpPr>
          <p:spPr>
            <a:xfrm>
              <a:off x="3207925" y="4200725"/>
              <a:ext cx="184725" cy="202050"/>
            </a:xfrm>
            <a:custGeom>
              <a:avLst/>
              <a:gdLst/>
              <a:ahLst/>
              <a:cxnLst/>
              <a:rect l="l" t="t" r="r" b="b"/>
              <a:pathLst>
                <a:path w="7389" h="8082" extrusionOk="0">
                  <a:moveTo>
                    <a:pt x="1042" y="0"/>
                  </a:moveTo>
                  <a:cubicBezTo>
                    <a:pt x="472" y="25"/>
                    <a:pt x="1" y="471"/>
                    <a:pt x="1" y="1041"/>
                  </a:cubicBezTo>
                  <a:lnTo>
                    <a:pt x="1" y="7041"/>
                  </a:lnTo>
                  <a:cubicBezTo>
                    <a:pt x="1" y="7611"/>
                    <a:pt x="472" y="8082"/>
                    <a:pt x="1042" y="8082"/>
                  </a:cubicBezTo>
                  <a:lnTo>
                    <a:pt x="6372" y="8082"/>
                  </a:lnTo>
                  <a:cubicBezTo>
                    <a:pt x="6942" y="8082"/>
                    <a:pt x="7388" y="7611"/>
                    <a:pt x="7388" y="7041"/>
                  </a:cubicBezTo>
                  <a:lnTo>
                    <a:pt x="7388" y="1041"/>
                  </a:lnTo>
                  <a:cubicBezTo>
                    <a:pt x="7388" y="471"/>
                    <a:pt x="6942" y="25"/>
                    <a:pt x="6372" y="0"/>
                  </a:cubicBezTo>
                  <a:close/>
                </a:path>
              </a:pathLst>
            </a:custGeom>
            <a:solidFill>
              <a:srgbClr val="F08A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55;p46">
              <a:extLst>
                <a:ext uri="{FF2B5EF4-FFF2-40B4-BE49-F238E27FC236}">
                  <a16:creationId xmlns:a16="http://schemas.microsoft.com/office/drawing/2014/main" id="{10139ADD-FE39-2420-D343-2B7421E85E1F}"/>
                </a:ext>
              </a:extLst>
            </p:cNvPr>
            <p:cNvSpPr/>
            <p:nvPr/>
          </p:nvSpPr>
          <p:spPr>
            <a:xfrm>
              <a:off x="3207925" y="4201350"/>
              <a:ext cx="59525" cy="201425"/>
            </a:xfrm>
            <a:custGeom>
              <a:avLst/>
              <a:gdLst/>
              <a:ahLst/>
              <a:cxnLst/>
              <a:rect l="l" t="t" r="r" b="b"/>
              <a:pathLst>
                <a:path w="2381" h="8057" extrusionOk="0">
                  <a:moveTo>
                    <a:pt x="1042" y="0"/>
                  </a:moveTo>
                  <a:cubicBezTo>
                    <a:pt x="472" y="0"/>
                    <a:pt x="1" y="446"/>
                    <a:pt x="1" y="1016"/>
                  </a:cubicBezTo>
                  <a:lnTo>
                    <a:pt x="1" y="7016"/>
                  </a:lnTo>
                  <a:cubicBezTo>
                    <a:pt x="1" y="7586"/>
                    <a:pt x="472" y="8057"/>
                    <a:pt x="1042" y="8057"/>
                  </a:cubicBezTo>
                  <a:lnTo>
                    <a:pt x="2381" y="8057"/>
                  </a:lnTo>
                  <a:cubicBezTo>
                    <a:pt x="1811" y="8057"/>
                    <a:pt x="1364" y="7586"/>
                    <a:pt x="1364" y="7016"/>
                  </a:cubicBezTo>
                  <a:lnTo>
                    <a:pt x="1364" y="1016"/>
                  </a:lnTo>
                  <a:cubicBezTo>
                    <a:pt x="1364" y="446"/>
                    <a:pt x="1811" y="0"/>
                    <a:pt x="2381" y="0"/>
                  </a:cubicBezTo>
                  <a:close/>
                </a:path>
              </a:pathLst>
            </a:custGeom>
            <a:solidFill>
              <a:srgbClr val="E183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56;p46">
              <a:extLst>
                <a:ext uri="{FF2B5EF4-FFF2-40B4-BE49-F238E27FC236}">
                  <a16:creationId xmlns:a16="http://schemas.microsoft.com/office/drawing/2014/main" id="{B9A39735-EE8C-78FF-451D-BFFE8FD5EE92}"/>
                </a:ext>
              </a:extLst>
            </p:cNvPr>
            <p:cNvSpPr/>
            <p:nvPr/>
          </p:nvSpPr>
          <p:spPr>
            <a:xfrm>
              <a:off x="3237675" y="4230475"/>
              <a:ext cx="47750" cy="57025"/>
            </a:xfrm>
            <a:custGeom>
              <a:avLst/>
              <a:gdLst/>
              <a:ahLst/>
              <a:cxnLst/>
              <a:rect l="l" t="t" r="r" b="b"/>
              <a:pathLst>
                <a:path w="1910" h="2281" extrusionOk="0">
                  <a:moveTo>
                    <a:pt x="348" y="0"/>
                  </a:moveTo>
                  <a:cubicBezTo>
                    <a:pt x="150" y="0"/>
                    <a:pt x="1" y="174"/>
                    <a:pt x="1" y="347"/>
                  </a:cubicBezTo>
                  <a:lnTo>
                    <a:pt x="1" y="1983"/>
                  </a:lnTo>
                  <a:cubicBezTo>
                    <a:pt x="1" y="2132"/>
                    <a:pt x="125" y="2256"/>
                    <a:pt x="298" y="2281"/>
                  </a:cubicBezTo>
                  <a:lnTo>
                    <a:pt x="1612" y="2281"/>
                  </a:lnTo>
                  <a:cubicBezTo>
                    <a:pt x="1786" y="2256"/>
                    <a:pt x="1910" y="2132"/>
                    <a:pt x="1910" y="1983"/>
                  </a:cubicBezTo>
                  <a:lnTo>
                    <a:pt x="1910" y="322"/>
                  </a:lnTo>
                  <a:cubicBezTo>
                    <a:pt x="1910" y="149"/>
                    <a:pt x="1786" y="0"/>
                    <a:pt x="1612" y="0"/>
                  </a:cubicBezTo>
                  <a:close/>
                </a:path>
              </a:pathLst>
            </a:custGeom>
            <a:solidFill>
              <a:srgbClr val="E183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57;p46">
              <a:extLst>
                <a:ext uri="{FF2B5EF4-FFF2-40B4-BE49-F238E27FC236}">
                  <a16:creationId xmlns:a16="http://schemas.microsoft.com/office/drawing/2014/main" id="{C4EDA8D8-E266-F758-330C-F4FB52E44B75}"/>
                </a:ext>
              </a:extLst>
            </p:cNvPr>
            <p:cNvSpPr/>
            <p:nvPr/>
          </p:nvSpPr>
          <p:spPr>
            <a:xfrm>
              <a:off x="3315150" y="4230475"/>
              <a:ext cx="48375" cy="57025"/>
            </a:xfrm>
            <a:custGeom>
              <a:avLst/>
              <a:gdLst/>
              <a:ahLst/>
              <a:cxnLst/>
              <a:rect l="l" t="t" r="r" b="b"/>
              <a:pathLst>
                <a:path w="1935" h="2281" extrusionOk="0">
                  <a:moveTo>
                    <a:pt x="298" y="0"/>
                  </a:moveTo>
                  <a:cubicBezTo>
                    <a:pt x="124" y="0"/>
                    <a:pt x="1" y="149"/>
                    <a:pt x="1" y="322"/>
                  </a:cubicBezTo>
                  <a:lnTo>
                    <a:pt x="1" y="1983"/>
                  </a:lnTo>
                  <a:cubicBezTo>
                    <a:pt x="1" y="2132"/>
                    <a:pt x="124" y="2281"/>
                    <a:pt x="298" y="2281"/>
                  </a:cubicBezTo>
                  <a:lnTo>
                    <a:pt x="1637" y="2281"/>
                  </a:lnTo>
                  <a:cubicBezTo>
                    <a:pt x="1785" y="2281"/>
                    <a:pt x="1934" y="2132"/>
                    <a:pt x="1934" y="1983"/>
                  </a:cubicBezTo>
                  <a:lnTo>
                    <a:pt x="1934" y="372"/>
                  </a:lnTo>
                  <a:cubicBezTo>
                    <a:pt x="1934" y="174"/>
                    <a:pt x="1785" y="25"/>
                    <a:pt x="1587" y="25"/>
                  </a:cubicBezTo>
                  <a:lnTo>
                    <a:pt x="1587" y="0"/>
                  </a:lnTo>
                  <a:close/>
                </a:path>
              </a:pathLst>
            </a:custGeom>
            <a:solidFill>
              <a:srgbClr val="E183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58;p46">
              <a:extLst>
                <a:ext uri="{FF2B5EF4-FFF2-40B4-BE49-F238E27FC236}">
                  <a16:creationId xmlns:a16="http://schemas.microsoft.com/office/drawing/2014/main" id="{3244552D-158B-1D34-6D60-E481E7BF3089}"/>
                </a:ext>
              </a:extLst>
            </p:cNvPr>
            <p:cNvSpPr/>
            <p:nvPr/>
          </p:nvSpPr>
          <p:spPr>
            <a:xfrm>
              <a:off x="3237675" y="4316600"/>
              <a:ext cx="47750" cy="57050"/>
            </a:xfrm>
            <a:custGeom>
              <a:avLst/>
              <a:gdLst/>
              <a:ahLst/>
              <a:cxnLst/>
              <a:rect l="l" t="t" r="r" b="b"/>
              <a:pathLst>
                <a:path w="1910" h="2282" extrusionOk="0">
                  <a:moveTo>
                    <a:pt x="298" y="1"/>
                  </a:moveTo>
                  <a:cubicBezTo>
                    <a:pt x="125" y="1"/>
                    <a:pt x="1" y="150"/>
                    <a:pt x="1" y="323"/>
                  </a:cubicBezTo>
                  <a:lnTo>
                    <a:pt x="1" y="1935"/>
                  </a:lnTo>
                  <a:cubicBezTo>
                    <a:pt x="1" y="2108"/>
                    <a:pt x="150" y="2282"/>
                    <a:pt x="348" y="2282"/>
                  </a:cubicBezTo>
                  <a:lnTo>
                    <a:pt x="1612" y="2282"/>
                  </a:lnTo>
                  <a:cubicBezTo>
                    <a:pt x="1786" y="2257"/>
                    <a:pt x="1910" y="2133"/>
                    <a:pt x="1910" y="1984"/>
                  </a:cubicBezTo>
                  <a:lnTo>
                    <a:pt x="1910" y="323"/>
                  </a:lnTo>
                  <a:cubicBezTo>
                    <a:pt x="1910" y="150"/>
                    <a:pt x="1786" y="1"/>
                    <a:pt x="1612" y="1"/>
                  </a:cubicBezTo>
                  <a:close/>
                </a:path>
              </a:pathLst>
            </a:custGeom>
            <a:solidFill>
              <a:srgbClr val="E183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59;p46">
              <a:extLst>
                <a:ext uri="{FF2B5EF4-FFF2-40B4-BE49-F238E27FC236}">
                  <a16:creationId xmlns:a16="http://schemas.microsoft.com/office/drawing/2014/main" id="{A61C95F2-2696-07F5-A00E-4A5A60D9A19C}"/>
                </a:ext>
              </a:extLst>
            </p:cNvPr>
            <p:cNvSpPr/>
            <p:nvPr/>
          </p:nvSpPr>
          <p:spPr>
            <a:xfrm>
              <a:off x="3315150" y="4316600"/>
              <a:ext cx="48375" cy="57050"/>
            </a:xfrm>
            <a:custGeom>
              <a:avLst/>
              <a:gdLst/>
              <a:ahLst/>
              <a:cxnLst/>
              <a:rect l="l" t="t" r="r" b="b"/>
              <a:pathLst>
                <a:path w="1935" h="2282" extrusionOk="0">
                  <a:moveTo>
                    <a:pt x="298" y="1"/>
                  </a:moveTo>
                  <a:cubicBezTo>
                    <a:pt x="124" y="1"/>
                    <a:pt x="1" y="150"/>
                    <a:pt x="1" y="323"/>
                  </a:cubicBezTo>
                  <a:lnTo>
                    <a:pt x="1" y="1984"/>
                  </a:lnTo>
                  <a:cubicBezTo>
                    <a:pt x="1" y="2133"/>
                    <a:pt x="124" y="2282"/>
                    <a:pt x="298" y="2282"/>
                  </a:cubicBezTo>
                  <a:lnTo>
                    <a:pt x="1587" y="2282"/>
                  </a:lnTo>
                  <a:cubicBezTo>
                    <a:pt x="1761" y="2282"/>
                    <a:pt x="1909" y="2108"/>
                    <a:pt x="1934" y="1935"/>
                  </a:cubicBezTo>
                  <a:lnTo>
                    <a:pt x="1934" y="323"/>
                  </a:lnTo>
                  <a:cubicBezTo>
                    <a:pt x="1934" y="150"/>
                    <a:pt x="1785" y="1"/>
                    <a:pt x="1612" y="1"/>
                  </a:cubicBezTo>
                  <a:close/>
                </a:path>
              </a:pathLst>
            </a:custGeom>
            <a:solidFill>
              <a:srgbClr val="E183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60;p46">
              <a:extLst>
                <a:ext uri="{FF2B5EF4-FFF2-40B4-BE49-F238E27FC236}">
                  <a16:creationId xmlns:a16="http://schemas.microsoft.com/office/drawing/2014/main" id="{233DA071-529E-823B-492F-71F98E99EA3D}"/>
                </a:ext>
              </a:extLst>
            </p:cNvPr>
            <p:cNvSpPr/>
            <p:nvPr/>
          </p:nvSpPr>
          <p:spPr>
            <a:xfrm>
              <a:off x="3237675" y="4231100"/>
              <a:ext cx="32875" cy="56400"/>
            </a:xfrm>
            <a:custGeom>
              <a:avLst/>
              <a:gdLst/>
              <a:ahLst/>
              <a:cxnLst/>
              <a:rect l="l" t="t" r="r" b="b"/>
              <a:pathLst>
                <a:path w="1315" h="2256" extrusionOk="0">
                  <a:moveTo>
                    <a:pt x="348" y="0"/>
                  </a:moveTo>
                  <a:cubicBezTo>
                    <a:pt x="150" y="0"/>
                    <a:pt x="1" y="149"/>
                    <a:pt x="1" y="347"/>
                  </a:cubicBezTo>
                  <a:lnTo>
                    <a:pt x="1" y="1958"/>
                  </a:lnTo>
                  <a:cubicBezTo>
                    <a:pt x="1" y="2107"/>
                    <a:pt x="125" y="2231"/>
                    <a:pt x="298" y="2256"/>
                  </a:cubicBezTo>
                  <a:lnTo>
                    <a:pt x="1265" y="2256"/>
                  </a:lnTo>
                  <a:cubicBezTo>
                    <a:pt x="1116" y="2256"/>
                    <a:pt x="968" y="2107"/>
                    <a:pt x="968" y="1958"/>
                  </a:cubicBezTo>
                  <a:lnTo>
                    <a:pt x="968" y="347"/>
                  </a:lnTo>
                  <a:cubicBezTo>
                    <a:pt x="968" y="149"/>
                    <a:pt x="1141" y="0"/>
                    <a:pt x="1315" y="0"/>
                  </a:cubicBez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61;p46">
              <a:extLst>
                <a:ext uri="{FF2B5EF4-FFF2-40B4-BE49-F238E27FC236}">
                  <a16:creationId xmlns:a16="http://schemas.microsoft.com/office/drawing/2014/main" id="{19DEE66F-99DB-8A75-3FB5-150FAC91DC57}"/>
                </a:ext>
              </a:extLst>
            </p:cNvPr>
            <p:cNvSpPr/>
            <p:nvPr/>
          </p:nvSpPr>
          <p:spPr>
            <a:xfrm>
              <a:off x="3315150" y="4230475"/>
              <a:ext cx="31625" cy="57025"/>
            </a:xfrm>
            <a:custGeom>
              <a:avLst/>
              <a:gdLst/>
              <a:ahLst/>
              <a:cxnLst/>
              <a:rect l="l" t="t" r="r" b="b"/>
              <a:pathLst>
                <a:path w="1265" h="2281" extrusionOk="0">
                  <a:moveTo>
                    <a:pt x="298" y="0"/>
                  </a:moveTo>
                  <a:cubicBezTo>
                    <a:pt x="124" y="0"/>
                    <a:pt x="1" y="149"/>
                    <a:pt x="1" y="322"/>
                  </a:cubicBezTo>
                  <a:lnTo>
                    <a:pt x="1" y="1983"/>
                  </a:lnTo>
                  <a:cubicBezTo>
                    <a:pt x="1" y="2132"/>
                    <a:pt x="124" y="2281"/>
                    <a:pt x="298" y="2281"/>
                  </a:cubicBezTo>
                  <a:lnTo>
                    <a:pt x="1265" y="2281"/>
                  </a:lnTo>
                  <a:cubicBezTo>
                    <a:pt x="1116" y="2256"/>
                    <a:pt x="992" y="2132"/>
                    <a:pt x="992" y="1983"/>
                  </a:cubicBezTo>
                  <a:lnTo>
                    <a:pt x="992" y="322"/>
                  </a:lnTo>
                  <a:cubicBezTo>
                    <a:pt x="967" y="149"/>
                    <a:pt x="1116" y="0"/>
                    <a:pt x="1265" y="0"/>
                  </a:cubicBez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62;p46">
              <a:extLst>
                <a:ext uri="{FF2B5EF4-FFF2-40B4-BE49-F238E27FC236}">
                  <a16:creationId xmlns:a16="http://schemas.microsoft.com/office/drawing/2014/main" id="{DFE9F070-653E-4989-F7CF-B0142F295FF3}"/>
                </a:ext>
              </a:extLst>
            </p:cNvPr>
            <p:cNvSpPr/>
            <p:nvPr/>
          </p:nvSpPr>
          <p:spPr>
            <a:xfrm>
              <a:off x="3237675" y="4316600"/>
              <a:ext cx="33500" cy="56425"/>
            </a:xfrm>
            <a:custGeom>
              <a:avLst/>
              <a:gdLst/>
              <a:ahLst/>
              <a:cxnLst/>
              <a:rect l="l" t="t" r="r" b="b"/>
              <a:pathLst>
                <a:path w="1340" h="2257" extrusionOk="0">
                  <a:moveTo>
                    <a:pt x="298" y="1"/>
                  </a:moveTo>
                  <a:cubicBezTo>
                    <a:pt x="150" y="1"/>
                    <a:pt x="1" y="125"/>
                    <a:pt x="1" y="298"/>
                  </a:cubicBezTo>
                  <a:lnTo>
                    <a:pt x="1" y="1910"/>
                  </a:lnTo>
                  <a:cubicBezTo>
                    <a:pt x="1" y="2108"/>
                    <a:pt x="174" y="2257"/>
                    <a:pt x="348" y="2257"/>
                  </a:cubicBezTo>
                  <a:lnTo>
                    <a:pt x="1339" y="2257"/>
                  </a:lnTo>
                  <a:cubicBezTo>
                    <a:pt x="1141" y="2257"/>
                    <a:pt x="992" y="2108"/>
                    <a:pt x="992" y="1910"/>
                  </a:cubicBezTo>
                  <a:lnTo>
                    <a:pt x="968" y="1910"/>
                  </a:lnTo>
                  <a:lnTo>
                    <a:pt x="968" y="298"/>
                  </a:lnTo>
                  <a:cubicBezTo>
                    <a:pt x="968" y="125"/>
                    <a:pt x="1116" y="1"/>
                    <a:pt x="1290" y="1"/>
                  </a:cubicBez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63;p46">
              <a:extLst>
                <a:ext uri="{FF2B5EF4-FFF2-40B4-BE49-F238E27FC236}">
                  <a16:creationId xmlns:a16="http://schemas.microsoft.com/office/drawing/2014/main" id="{98470499-8553-2CAF-51F3-84CF48B19B04}"/>
                </a:ext>
              </a:extLst>
            </p:cNvPr>
            <p:cNvSpPr/>
            <p:nvPr/>
          </p:nvSpPr>
          <p:spPr>
            <a:xfrm>
              <a:off x="3315150" y="4316000"/>
              <a:ext cx="31625" cy="57025"/>
            </a:xfrm>
            <a:custGeom>
              <a:avLst/>
              <a:gdLst/>
              <a:ahLst/>
              <a:cxnLst/>
              <a:rect l="l" t="t" r="r" b="b"/>
              <a:pathLst>
                <a:path w="1265" h="2281" extrusionOk="0">
                  <a:moveTo>
                    <a:pt x="298" y="0"/>
                  </a:moveTo>
                  <a:cubicBezTo>
                    <a:pt x="124" y="0"/>
                    <a:pt x="1" y="149"/>
                    <a:pt x="1" y="322"/>
                  </a:cubicBezTo>
                  <a:lnTo>
                    <a:pt x="1" y="1983"/>
                  </a:lnTo>
                  <a:cubicBezTo>
                    <a:pt x="1" y="2157"/>
                    <a:pt x="124" y="2281"/>
                    <a:pt x="298" y="2281"/>
                  </a:cubicBezTo>
                  <a:lnTo>
                    <a:pt x="1265" y="2281"/>
                  </a:lnTo>
                  <a:cubicBezTo>
                    <a:pt x="1116" y="2281"/>
                    <a:pt x="992" y="2157"/>
                    <a:pt x="992" y="1983"/>
                  </a:cubicBezTo>
                  <a:lnTo>
                    <a:pt x="992" y="322"/>
                  </a:lnTo>
                  <a:cubicBezTo>
                    <a:pt x="967" y="149"/>
                    <a:pt x="1116" y="25"/>
                    <a:pt x="1265" y="0"/>
                  </a:cubicBez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64;p46">
              <a:extLst>
                <a:ext uri="{FF2B5EF4-FFF2-40B4-BE49-F238E27FC236}">
                  <a16:creationId xmlns:a16="http://schemas.microsoft.com/office/drawing/2014/main" id="{836DF11D-B3E7-12CA-2DF2-1F0883F1AF0F}"/>
                </a:ext>
              </a:extLst>
            </p:cNvPr>
            <p:cNvSpPr/>
            <p:nvPr/>
          </p:nvSpPr>
          <p:spPr>
            <a:xfrm>
              <a:off x="3297175" y="3913775"/>
              <a:ext cx="14275" cy="47125"/>
            </a:xfrm>
            <a:custGeom>
              <a:avLst/>
              <a:gdLst/>
              <a:ahLst/>
              <a:cxnLst/>
              <a:rect l="l" t="t" r="r" b="b"/>
              <a:pathLst>
                <a:path w="571" h="1885" extrusionOk="0">
                  <a:moveTo>
                    <a:pt x="286" y="1"/>
                  </a:moveTo>
                  <a:cubicBezTo>
                    <a:pt x="143" y="1"/>
                    <a:pt x="1" y="100"/>
                    <a:pt x="1" y="298"/>
                  </a:cubicBezTo>
                  <a:lnTo>
                    <a:pt x="1" y="1587"/>
                  </a:lnTo>
                  <a:cubicBezTo>
                    <a:pt x="1" y="1761"/>
                    <a:pt x="125" y="1885"/>
                    <a:pt x="298" y="1885"/>
                  </a:cubicBezTo>
                  <a:cubicBezTo>
                    <a:pt x="447" y="1885"/>
                    <a:pt x="571" y="1761"/>
                    <a:pt x="571" y="1587"/>
                  </a:cubicBezTo>
                  <a:lnTo>
                    <a:pt x="571" y="298"/>
                  </a:lnTo>
                  <a:cubicBezTo>
                    <a:pt x="571" y="100"/>
                    <a:pt x="428" y="1"/>
                    <a:pt x="286" y="1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65;p46">
              <a:extLst>
                <a:ext uri="{FF2B5EF4-FFF2-40B4-BE49-F238E27FC236}">
                  <a16:creationId xmlns:a16="http://schemas.microsoft.com/office/drawing/2014/main" id="{501728C9-5E66-E07A-6D8B-6B386481CAD0}"/>
                </a:ext>
              </a:extLst>
            </p:cNvPr>
            <p:cNvSpPr/>
            <p:nvPr/>
          </p:nvSpPr>
          <p:spPr>
            <a:xfrm>
              <a:off x="3338075" y="3913775"/>
              <a:ext cx="14275" cy="47125"/>
            </a:xfrm>
            <a:custGeom>
              <a:avLst/>
              <a:gdLst/>
              <a:ahLst/>
              <a:cxnLst/>
              <a:rect l="l" t="t" r="r" b="b"/>
              <a:pathLst>
                <a:path w="571" h="1885" extrusionOk="0">
                  <a:moveTo>
                    <a:pt x="286" y="1"/>
                  </a:moveTo>
                  <a:cubicBezTo>
                    <a:pt x="143" y="1"/>
                    <a:pt x="1" y="100"/>
                    <a:pt x="1" y="298"/>
                  </a:cubicBezTo>
                  <a:lnTo>
                    <a:pt x="1" y="1587"/>
                  </a:lnTo>
                  <a:cubicBezTo>
                    <a:pt x="1" y="1761"/>
                    <a:pt x="125" y="1885"/>
                    <a:pt x="298" y="1885"/>
                  </a:cubicBezTo>
                  <a:cubicBezTo>
                    <a:pt x="447" y="1885"/>
                    <a:pt x="571" y="1761"/>
                    <a:pt x="571" y="1587"/>
                  </a:cubicBezTo>
                  <a:lnTo>
                    <a:pt x="571" y="298"/>
                  </a:lnTo>
                  <a:cubicBezTo>
                    <a:pt x="571" y="100"/>
                    <a:pt x="428" y="1"/>
                    <a:pt x="286" y="1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66;p46">
              <a:extLst>
                <a:ext uri="{FF2B5EF4-FFF2-40B4-BE49-F238E27FC236}">
                  <a16:creationId xmlns:a16="http://schemas.microsoft.com/office/drawing/2014/main" id="{4FE6010F-135C-4E91-51D1-FB3712E5CAC0}"/>
                </a:ext>
              </a:extLst>
            </p:cNvPr>
            <p:cNvSpPr/>
            <p:nvPr/>
          </p:nvSpPr>
          <p:spPr>
            <a:xfrm>
              <a:off x="3378375" y="3913325"/>
              <a:ext cx="15825" cy="47575"/>
            </a:xfrm>
            <a:custGeom>
              <a:avLst/>
              <a:gdLst/>
              <a:ahLst/>
              <a:cxnLst/>
              <a:rect l="l" t="t" r="r" b="b"/>
              <a:pathLst>
                <a:path w="633" h="1903" extrusionOk="0">
                  <a:moveTo>
                    <a:pt x="313" y="0"/>
                  </a:moveTo>
                  <a:cubicBezTo>
                    <a:pt x="155" y="0"/>
                    <a:pt x="0" y="106"/>
                    <a:pt x="25" y="316"/>
                  </a:cubicBezTo>
                  <a:lnTo>
                    <a:pt x="25" y="1605"/>
                  </a:lnTo>
                  <a:cubicBezTo>
                    <a:pt x="25" y="1779"/>
                    <a:pt x="174" y="1903"/>
                    <a:pt x="322" y="1903"/>
                  </a:cubicBezTo>
                  <a:cubicBezTo>
                    <a:pt x="471" y="1903"/>
                    <a:pt x="620" y="1779"/>
                    <a:pt x="620" y="1605"/>
                  </a:cubicBezTo>
                  <a:lnTo>
                    <a:pt x="620" y="316"/>
                  </a:lnTo>
                  <a:cubicBezTo>
                    <a:pt x="632" y="106"/>
                    <a:pt x="471" y="0"/>
                    <a:pt x="313" y="0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67;p46">
              <a:extLst>
                <a:ext uri="{FF2B5EF4-FFF2-40B4-BE49-F238E27FC236}">
                  <a16:creationId xmlns:a16="http://schemas.microsoft.com/office/drawing/2014/main" id="{8F1CB9B0-3372-DB73-B68A-A2AF944E11FB}"/>
                </a:ext>
              </a:extLst>
            </p:cNvPr>
            <p:cNvSpPr/>
            <p:nvPr/>
          </p:nvSpPr>
          <p:spPr>
            <a:xfrm>
              <a:off x="3420500" y="3913775"/>
              <a:ext cx="14275" cy="47125"/>
            </a:xfrm>
            <a:custGeom>
              <a:avLst/>
              <a:gdLst/>
              <a:ahLst/>
              <a:cxnLst/>
              <a:rect l="l" t="t" r="r" b="b"/>
              <a:pathLst>
                <a:path w="571" h="1885" extrusionOk="0">
                  <a:moveTo>
                    <a:pt x="286" y="1"/>
                  </a:moveTo>
                  <a:cubicBezTo>
                    <a:pt x="143" y="1"/>
                    <a:pt x="1" y="100"/>
                    <a:pt x="1" y="298"/>
                  </a:cubicBezTo>
                  <a:lnTo>
                    <a:pt x="1" y="1587"/>
                  </a:lnTo>
                  <a:cubicBezTo>
                    <a:pt x="1" y="1761"/>
                    <a:pt x="125" y="1885"/>
                    <a:pt x="273" y="1885"/>
                  </a:cubicBezTo>
                  <a:cubicBezTo>
                    <a:pt x="447" y="1885"/>
                    <a:pt x="571" y="1761"/>
                    <a:pt x="571" y="1587"/>
                  </a:cubicBezTo>
                  <a:lnTo>
                    <a:pt x="571" y="298"/>
                  </a:lnTo>
                  <a:cubicBezTo>
                    <a:pt x="571" y="100"/>
                    <a:pt x="428" y="1"/>
                    <a:pt x="286" y="1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68;p46">
              <a:extLst>
                <a:ext uri="{FF2B5EF4-FFF2-40B4-BE49-F238E27FC236}">
                  <a16:creationId xmlns:a16="http://schemas.microsoft.com/office/drawing/2014/main" id="{EF3DE7FE-BFEA-A62A-79C7-F67A30BF556F}"/>
                </a:ext>
              </a:extLst>
            </p:cNvPr>
            <p:cNvSpPr/>
            <p:nvPr/>
          </p:nvSpPr>
          <p:spPr>
            <a:xfrm>
              <a:off x="3461400" y="3913775"/>
              <a:ext cx="14900" cy="47125"/>
            </a:xfrm>
            <a:custGeom>
              <a:avLst/>
              <a:gdLst/>
              <a:ahLst/>
              <a:cxnLst/>
              <a:rect l="l" t="t" r="r" b="b"/>
              <a:pathLst>
                <a:path w="596" h="1885" extrusionOk="0">
                  <a:moveTo>
                    <a:pt x="289" y="1"/>
                  </a:moveTo>
                  <a:cubicBezTo>
                    <a:pt x="143" y="1"/>
                    <a:pt x="1" y="100"/>
                    <a:pt x="1" y="298"/>
                  </a:cubicBezTo>
                  <a:lnTo>
                    <a:pt x="1" y="1587"/>
                  </a:lnTo>
                  <a:cubicBezTo>
                    <a:pt x="1" y="1761"/>
                    <a:pt x="125" y="1885"/>
                    <a:pt x="298" y="1885"/>
                  </a:cubicBezTo>
                  <a:cubicBezTo>
                    <a:pt x="447" y="1885"/>
                    <a:pt x="571" y="1761"/>
                    <a:pt x="596" y="1587"/>
                  </a:cubicBezTo>
                  <a:lnTo>
                    <a:pt x="596" y="298"/>
                  </a:lnTo>
                  <a:cubicBezTo>
                    <a:pt x="583" y="100"/>
                    <a:pt x="435" y="1"/>
                    <a:pt x="289" y="1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69;p46">
              <a:extLst>
                <a:ext uri="{FF2B5EF4-FFF2-40B4-BE49-F238E27FC236}">
                  <a16:creationId xmlns:a16="http://schemas.microsoft.com/office/drawing/2014/main" id="{8AD8F868-AC82-5D6D-599D-0826F69CBAFA}"/>
                </a:ext>
              </a:extLst>
            </p:cNvPr>
            <p:cNvSpPr/>
            <p:nvPr/>
          </p:nvSpPr>
          <p:spPr>
            <a:xfrm>
              <a:off x="3502300" y="3913325"/>
              <a:ext cx="15525" cy="47575"/>
            </a:xfrm>
            <a:custGeom>
              <a:avLst/>
              <a:gdLst/>
              <a:ahLst/>
              <a:cxnLst/>
              <a:rect l="l" t="t" r="r" b="b"/>
              <a:pathLst>
                <a:path w="621" h="1903" extrusionOk="0">
                  <a:moveTo>
                    <a:pt x="311" y="0"/>
                  </a:moveTo>
                  <a:cubicBezTo>
                    <a:pt x="156" y="0"/>
                    <a:pt x="1" y="106"/>
                    <a:pt x="26" y="316"/>
                  </a:cubicBezTo>
                  <a:lnTo>
                    <a:pt x="26" y="1605"/>
                  </a:lnTo>
                  <a:cubicBezTo>
                    <a:pt x="26" y="1779"/>
                    <a:pt x="150" y="1903"/>
                    <a:pt x="298" y="1903"/>
                  </a:cubicBezTo>
                  <a:cubicBezTo>
                    <a:pt x="472" y="1903"/>
                    <a:pt x="596" y="1779"/>
                    <a:pt x="596" y="1605"/>
                  </a:cubicBezTo>
                  <a:lnTo>
                    <a:pt x="596" y="316"/>
                  </a:lnTo>
                  <a:cubicBezTo>
                    <a:pt x="621" y="106"/>
                    <a:pt x="466" y="0"/>
                    <a:pt x="311" y="0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70;p46">
              <a:extLst>
                <a:ext uri="{FF2B5EF4-FFF2-40B4-BE49-F238E27FC236}">
                  <a16:creationId xmlns:a16="http://schemas.microsoft.com/office/drawing/2014/main" id="{B315A6CE-7C73-8AE8-B573-D6367D1DAFFD}"/>
                </a:ext>
              </a:extLst>
            </p:cNvPr>
            <p:cNvSpPr/>
            <p:nvPr/>
          </p:nvSpPr>
          <p:spPr>
            <a:xfrm>
              <a:off x="3230250" y="4223025"/>
              <a:ext cx="62625" cy="71300"/>
            </a:xfrm>
            <a:custGeom>
              <a:avLst/>
              <a:gdLst/>
              <a:ahLst/>
              <a:cxnLst/>
              <a:rect l="l" t="t" r="r" b="b"/>
              <a:pathLst>
                <a:path w="2505" h="2852" extrusionOk="0">
                  <a:moveTo>
                    <a:pt x="1909" y="596"/>
                  </a:moveTo>
                  <a:lnTo>
                    <a:pt x="1909" y="2257"/>
                  </a:lnTo>
                  <a:lnTo>
                    <a:pt x="570" y="2257"/>
                  </a:lnTo>
                  <a:lnTo>
                    <a:pt x="570" y="645"/>
                  </a:lnTo>
                  <a:cubicBezTo>
                    <a:pt x="570" y="620"/>
                    <a:pt x="595" y="596"/>
                    <a:pt x="645" y="596"/>
                  </a:cubicBezTo>
                  <a:close/>
                  <a:moveTo>
                    <a:pt x="620" y="1"/>
                  </a:moveTo>
                  <a:cubicBezTo>
                    <a:pt x="273" y="26"/>
                    <a:pt x="0" y="298"/>
                    <a:pt x="0" y="645"/>
                  </a:cubicBezTo>
                  <a:lnTo>
                    <a:pt x="0" y="2281"/>
                  </a:lnTo>
                  <a:cubicBezTo>
                    <a:pt x="0" y="2604"/>
                    <a:pt x="273" y="2852"/>
                    <a:pt x="595" y="2852"/>
                  </a:cubicBezTo>
                  <a:lnTo>
                    <a:pt x="1934" y="2852"/>
                  </a:lnTo>
                  <a:cubicBezTo>
                    <a:pt x="2256" y="2852"/>
                    <a:pt x="2504" y="2604"/>
                    <a:pt x="2504" y="2281"/>
                  </a:cubicBezTo>
                  <a:lnTo>
                    <a:pt x="2504" y="596"/>
                  </a:lnTo>
                  <a:cubicBezTo>
                    <a:pt x="2504" y="273"/>
                    <a:pt x="2256" y="1"/>
                    <a:pt x="1934" y="1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71;p46">
              <a:extLst>
                <a:ext uri="{FF2B5EF4-FFF2-40B4-BE49-F238E27FC236}">
                  <a16:creationId xmlns:a16="http://schemas.microsoft.com/office/drawing/2014/main" id="{46B52F6D-FC17-8F21-424A-D5B96BFC3BC4}"/>
                </a:ext>
              </a:extLst>
            </p:cNvPr>
            <p:cNvSpPr/>
            <p:nvPr/>
          </p:nvSpPr>
          <p:spPr>
            <a:xfrm>
              <a:off x="3307725" y="4223025"/>
              <a:ext cx="62600" cy="71300"/>
            </a:xfrm>
            <a:custGeom>
              <a:avLst/>
              <a:gdLst/>
              <a:ahLst/>
              <a:cxnLst/>
              <a:rect l="l" t="t" r="r" b="b"/>
              <a:pathLst>
                <a:path w="2504" h="2852" extrusionOk="0">
                  <a:moveTo>
                    <a:pt x="1859" y="596"/>
                  </a:moveTo>
                  <a:cubicBezTo>
                    <a:pt x="1909" y="596"/>
                    <a:pt x="1934" y="620"/>
                    <a:pt x="1934" y="645"/>
                  </a:cubicBezTo>
                  <a:lnTo>
                    <a:pt x="1909" y="2257"/>
                  </a:lnTo>
                  <a:lnTo>
                    <a:pt x="595" y="2257"/>
                  </a:lnTo>
                  <a:lnTo>
                    <a:pt x="595" y="596"/>
                  </a:lnTo>
                  <a:close/>
                  <a:moveTo>
                    <a:pt x="595" y="1"/>
                  </a:moveTo>
                  <a:cubicBezTo>
                    <a:pt x="273" y="1"/>
                    <a:pt x="0" y="273"/>
                    <a:pt x="0" y="596"/>
                  </a:cubicBezTo>
                  <a:lnTo>
                    <a:pt x="0" y="2281"/>
                  </a:lnTo>
                  <a:cubicBezTo>
                    <a:pt x="0" y="2604"/>
                    <a:pt x="273" y="2852"/>
                    <a:pt x="595" y="2852"/>
                  </a:cubicBezTo>
                  <a:lnTo>
                    <a:pt x="1909" y="2852"/>
                  </a:lnTo>
                  <a:cubicBezTo>
                    <a:pt x="2231" y="2852"/>
                    <a:pt x="2504" y="2604"/>
                    <a:pt x="2504" y="2281"/>
                  </a:cubicBezTo>
                  <a:lnTo>
                    <a:pt x="2504" y="670"/>
                  </a:lnTo>
                  <a:cubicBezTo>
                    <a:pt x="2504" y="298"/>
                    <a:pt x="2206" y="26"/>
                    <a:pt x="1859" y="26"/>
                  </a:cubicBezTo>
                  <a:lnTo>
                    <a:pt x="1859" y="1"/>
                  </a:ln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72;p46">
              <a:extLst>
                <a:ext uri="{FF2B5EF4-FFF2-40B4-BE49-F238E27FC236}">
                  <a16:creationId xmlns:a16="http://schemas.microsoft.com/office/drawing/2014/main" id="{143126BB-D6BC-C41D-45A4-EBD31243DD96}"/>
                </a:ext>
              </a:extLst>
            </p:cNvPr>
            <p:cNvSpPr/>
            <p:nvPr/>
          </p:nvSpPr>
          <p:spPr>
            <a:xfrm>
              <a:off x="3230250" y="4309175"/>
              <a:ext cx="62000" cy="71300"/>
            </a:xfrm>
            <a:custGeom>
              <a:avLst/>
              <a:gdLst/>
              <a:ahLst/>
              <a:cxnLst/>
              <a:rect l="l" t="t" r="r" b="b"/>
              <a:pathLst>
                <a:path w="2480" h="2852" extrusionOk="0">
                  <a:moveTo>
                    <a:pt x="1909" y="595"/>
                  </a:moveTo>
                  <a:lnTo>
                    <a:pt x="1909" y="2256"/>
                  </a:lnTo>
                  <a:lnTo>
                    <a:pt x="620" y="2256"/>
                  </a:lnTo>
                  <a:cubicBezTo>
                    <a:pt x="595" y="2256"/>
                    <a:pt x="570" y="2232"/>
                    <a:pt x="570" y="2207"/>
                  </a:cubicBezTo>
                  <a:lnTo>
                    <a:pt x="570" y="595"/>
                  </a:lnTo>
                  <a:close/>
                  <a:moveTo>
                    <a:pt x="570" y="0"/>
                  </a:moveTo>
                  <a:cubicBezTo>
                    <a:pt x="248" y="0"/>
                    <a:pt x="0" y="273"/>
                    <a:pt x="0" y="595"/>
                  </a:cubicBezTo>
                  <a:lnTo>
                    <a:pt x="0" y="2207"/>
                  </a:lnTo>
                  <a:cubicBezTo>
                    <a:pt x="0" y="2554"/>
                    <a:pt x="273" y="2826"/>
                    <a:pt x="620" y="2851"/>
                  </a:cubicBezTo>
                  <a:lnTo>
                    <a:pt x="1884" y="2851"/>
                  </a:lnTo>
                  <a:cubicBezTo>
                    <a:pt x="2207" y="2851"/>
                    <a:pt x="2479" y="2579"/>
                    <a:pt x="2479" y="2256"/>
                  </a:cubicBezTo>
                  <a:lnTo>
                    <a:pt x="2479" y="595"/>
                  </a:lnTo>
                  <a:cubicBezTo>
                    <a:pt x="2479" y="273"/>
                    <a:pt x="2207" y="0"/>
                    <a:pt x="1884" y="0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73;p46">
              <a:extLst>
                <a:ext uri="{FF2B5EF4-FFF2-40B4-BE49-F238E27FC236}">
                  <a16:creationId xmlns:a16="http://schemas.microsoft.com/office/drawing/2014/main" id="{8B886CB1-CA34-B635-9A3E-B286EC1B48CC}"/>
                </a:ext>
              </a:extLst>
            </p:cNvPr>
            <p:cNvSpPr/>
            <p:nvPr/>
          </p:nvSpPr>
          <p:spPr>
            <a:xfrm>
              <a:off x="3307725" y="4309175"/>
              <a:ext cx="62600" cy="71300"/>
            </a:xfrm>
            <a:custGeom>
              <a:avLst/>
              <a:gdLst/>
              <a:ahLst/>
              <a:cxnLst/>
              <a:rect l="l" t="t" r="r" b="b"/>
              <a:pathLst>
                <a:path w="2504" h="2852" extrusionOk="0">
                  <a:moveTo>
                    <a:pt x="1909" y="595"/>
                  </a:moveTo>
                  <a:lnTo>
                    <a:pt x="1909" y="2207"/>
                  </a:lnTo>
                  <a:cubicBezTo>
                    <a:pt x="1909" y="2232"/>
                    <a:pt x="1884" y="2256"/>
                    <a:pt x="1859" y="2256"/>
                  </a:cubicBezTo>
                  <a:lnTo>
                    <a:pt x="570" y="2256"/>
                  </a:lnTo>
                  <a:lnTo>
                    <a:pt x="570" y="595"/>
                  </a:lnTo>
                  <a:close/>
                  <a:moveTo>
                    <a:pt x="595" y="0"/>
                  </a:moveTo>
                  <a:cubicBezTo>
                    <a:pt x="273" y="0"/>
                    <a:pt x="0" y="273"/>
                    <a:pt x="0" y="595"/>
                  </a:cubicBezTo>
                  <a:lnTo>
                    <a:pt x="0" y="2256"/>
                  </a:lnTo>
                  <a:cubicBezTo>
                    <a:pt x="0" y="2579"/>
                    <a:pt x="273" y="2851"/>
                    <a:pt x="595" y="2851"/>
                  </a:cubicBezTo>
                  <a:lnTo>
                    <a:pt x="1859" y="2851"/>
                  </a:lnTo>
                  <a:cubicBezTo>
                    <a:pt x="2206" y="2851"/>
                    <a:pt x="2504" y="2554"/>
                    <a:pt x="2504" y="2207"/>
                  </a:cubicBezTo>
                  <a:lnTo>
                    <a:pt x="2504" y="595"/>
                  </a:lnTo>
                  <a:cubicBezTo>
                    <a:pt x="2504" y="273"/>
                    <a:pt x="2231" y="0"/>
                    <a:pt x="1909" y="0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74;p46">
              <a:extLst>
                <a:ext uri="{FF2B5EF4-FFF2-40B4-BE49-F238E27FC236}">
                  <a16:creationId xmlns:a16="http://schemas.microsoft.com/office/drawing/2014/main" id="{1E590B3A-2B46-88C8-0F30-6B574E8A27CE}"/>
                </a:ext>
              </a:extLst>
            </p:cNvPr>
            <p:cNvSpPr/>
            <p:nvPr/>
          </p:nvSpPr>
          <p:spPr>
            <a:xfrm>
              <a:off x="3200500" y="3992425"/>
              <a:ext cx="484050" cy="417800"/>
            </a:xfrm>
            <a:custGeom>
              <a:avLst/>
              <a:gdLst/>
              <a:ahLst/>
              <a:cxnLst/>
              <a:rect l="l" t="t" r="r" b="b"/>
              <a:pathLst>
                <a:path w="19362" h="16712" extrusionOk="0">
                  <a:moveTo>
                    <a:pt x="16163" y="4315"/>
                  </a:moveTo>
                  <a:cubicBezTo>
                    <a:pt x="16564" y="4315"/>
                    <a:pt x="16909" y="4606"/>
                    <a:pt x="16957" y="5011"/>
                  </a:cubicBezTo>
                  <a:lnTo>
                    <a:pt x="16957" y="11208"/>
                  </a:lnTo>
                  <a:cubicBezTo>
                    <a:pt x="16957" y="12001"/>
                    <a:pt x="16238" y="12646"/>
                    <a:pt x="15320" y="12646"/>
                  </a:cubicBezTo>
                  <a:lnTo>
                    <a:pt x="14478" y="12646"/>
                  </a:lnTo>
                  <a:lnTo>
                    <a:pt x="14478" y="4316"/>
                  </a:lnTo>
                  <a:lnTo>
                    <a:pt x="16114" y="4316"/>
                  </a:lnTo>
                  <a:cubicBezTo>
                    <a:pt x="16130" y="4315"/>
                    <a:pt x="16146" y="4315"/>
                    <a:pt x="16163" y="4315"/>
                  </a:cubicBezTo>
                  <a:close/>
                  <a:moveTo>
                    <a:pt x="5318" y="4343"/>
                  </a:moveTo>
                  <a:cubicBezTo>
                    <a:pt x="6312" y="4343"/>
                    <a:pt x="7293" y="4626"/>
                    <a:pt x="8156" y="5184"/>
                  </a:cubicBezTo>
                  <a:cubicBezTo>
                    <a:pt x="9354" y="5880"/>
                    <a:pt x="10436" y="6101"/>
                    <a:pt x="11326" y="6101"/>
                  </a:cubicBezTo>
                  <a:cubicBezTo>
                    <a:pt x="11798" y="6101"/>
                    <a:pt x="12216" y="6039"/>
                    <a:pt x="12569" y="5953"/>
                  </a:cubicBezTo>
                  <a:cubicBezTo>
                    <a:pt x="13040" y="5853"/>
                    <a:pt x="13461" y="5680"/>
                    <a:pt x="13883" y="5457"/>
                  </a:cubicBezTo>
                  <a:lnTo>
                    <a:pt x="13883" y="14183"/>
                  </a:lnTo>
                  <a:cubicBezTo>
                    <a:pt x="13883" y="14282"/>
                    <a:pt x="13883" y="14356"/>
                    <a:pt x="13858" y="14455"/>
                  </a:cubicBezTo>
                  <a:lnTo>
                    <a:pt x="7983" y="14455"/>
                  </a:lnTo>
                  <a:lnTo>
                    <a:pt x="7983" y="9373"/>
                  </a:lnTo>
                  <a:cubicBezTo>
                    <a:pt x="7983" y="8655"/>
                    <a:pt x="7388" y="8060"/>
                    <a:pt x="6669" y="8060"/>
                  </a:cubicBezTo>
                  <a:lnTo>
                    <a:pt x="2703" y="8060"/>
                  </a:lnTo>
                  <a:lnTo>
                    <a:pt x="2703" y="5085"/>
                  </a:lnTo>
                  <a:cubicBezTo>
                    <a:pt x="3149" y="4787"/>
                    <a:pt x="3645" y="4564"/>
                    <a:pt x="4190" y="4465"/>
                  </a:cubicBezTo>
                  <a:cubicBezTo>
                    <a:pt x="4564" y="4384"/>
                    <a:pt x="4942" y="4343"/>
                    <a:pt x="5318" y="4343"/>
                  </a:cubicBezTo>
                  <a:close/>
                  <a:moveTo>
                    <a:pt x="6644" y="8630"/>
                  </a:moveTo>
                  <a:cubicBezTo>
                    <a:pt x="7065" y="8630"/>
                    <a:pt x="7388" y="8977"/>
                    <a:pt x="7388" y="9373"/>
                  </a:cubicBezTo>
                  <a:lnTo>
                    <a:pt x="7388" y="14753"/>
                  </a:lnTo>
                  <a:lnTo>
                    <a:pt x="7388" y="15373"/>
                  </a:lnTo>
                  <a:cubicBezTo>
                    <a:pt x="7388" y="15769"/>
                    <a:pt x="7065" y="16116"/>
                    <a:pt x="6644" y="16116"/>
                  </a:cubicBezTo>
                  <a:lnTo>
                    <a:pt x="1314" y="16116"/>
                  </a:lnTo>
                  <a:cubicBezTo>
                    <a:pt x="918" y="16091"/>
                    <a:pt x="571" y="15769"/>
                    <a:pt x="595" y="15373"/>
                  </a:cubicBezTo>
                  <a:lnTo>
                    <a:pt x="595" y="9373"/>
                  </a:lnTo>
                  <a:cubicBezTo>
                    <a:pt x="571" y="8977"/>
                    <a:pt x="918" y="8630"/>
                    <a:pt x="1314" y="8630"/>
                  </a:cubicBezTo>
                  <a:close/>
                  <a:moveTo>
                    <a:pt x="13684" y="15025"/>
                  </a:moveTo>
                  <a:cubicBezTo>
                    <a:pt x="13362" y="15695"/>
                    <a:pt x="12693" y="16116"/>
                    <a:pt x="11974" y="16116"/>
                  </a:cubicBezTo>
                  <a:lnTo>
                    <a:pt x="7735" y="16116"/>
                  </a:lnTo>
                  <a:cubicBezTo>
                    <a:pt x="7884" y="15893"/>
                    <a:pt x="7983" y="15645"/>
                    <a:pt x="7983" y="15373"/>
                  </a:cubicBezTo>
                  <a:lnTo>
                    <a:pt x="7983" y="15025"/>
                  </a:lnTo>
                  <a:close/>
                  <a:moveTo>
                    <a:pt x="7654" y="0"/>
                  </a:moveTo>
                  <a:cubicBezTo>
                    <a:pt x="7640" y="0"/>
                    <a:pt x="7626" y="1"/>
                    <a:pt x="7611" y="3"/>
                  </a:cubicBezTo>
                  <a:lnTo>
                    <a:pt x="3322" y="3"/>
                  </a:lnTo>
                  <a:cubicBezTo>
                    <a:pt x="2653" y="3"/>
                    <a:pt x="2132" y="548"/>
                    <a:pt x="2132" y="1218"/>
                  </a:cubicBezTo>
                  <a:lnTo>
                    <a:pt x="2132" y="8060"/>
                  </a:lnTo>
                  <a:lnTo>
                    <a:pt x="1314" y="8060"/>
                  </a:lnTo>
                  <a:cubicBezTo>
                    <a:pt x="595" y="8060"/>
                    <a:pt x="0" y="8655"/>
                    <a:pt x="0" y="9373"/>
                  </a:cubicBezTo>
                  <a:lnTo>
                    <a:pt x="0" y="15373"/>
                  </a:lnTo>
                  <a:cubicBezTo>
                    <a:pt x="0" y="16116"/>
                    <a:pt x="595" y="16711"/>
                    <a:pt x="1314" y="16711"/>
                  </a:cubicBezTo>
                  <a:lnTo>
                    <a:pt x="11974" y="16711"/>
                  </a:lnTo>
                  <a:cubicBezTo>
                    <a:pt x="13015" y="16711"/>
                    <a:pt x="13957" y="16042"/>
                    <a:pt x="14329" y="15050"/>
                  </a:cubicBezTo>
                  <a:lnTo>
                    <a:pt x="15320" y="15050"/>
                  </a:lnTo>
                  <a:cubicBezTo>
                    <a:pt x="17527" y="15050"/>
                    <a:pt x="19336" y="13340"/>
                    <a:pt x="19336" y="11233"/>
                  </a:cubicBezTo>
                  <a:lnTo>
                    <a:pt x="19336" y="8878"/>
                  </a:lnTo>
                  <a:cubicBezTo>
                    <a:pt x="19361" y="8667"/>
                    <a:pt x="19206" y="8562"/>
                    <a:pt x="19051" y="8562"/>
                  </a:cubicBezTo>
                  <a:cubicBezTo>
                    <a:pt x="18896" y="8562"/>
                    <a:pt x="18741" y="8667"/>
                    <a:pt x="18766" y="8878"/>
                  </a:cubicBezTo>
                  <a:lnTo>
                    <a:pt x="18766" y="11233"/>
                  </a:lnTo>
                  <a:cubicBezTo>
                    <a:pt x="18766" y="13018"/>
                    <a:pt x="17204" y="14455"/>
                    <a:pt x="15296" y="14455"/>
                  </a:cubicBezTo>
                  <a:lnTo>
                    <a:pt x="14428" y="14455"/>
                  </a:lnTo>
                  <a:lnTo>
                    <a:pt x="14428" y="14207"/>
                  </a:lnTo>
                  <a:lnTo>
                    <a:pt x="14428" y="13241"/>
                  </a:lnTo>
                  <a:lnTo>
                    <a:pt x="15320" y="13241"/>
                  </a:lnTo>
                  <a:cubicBezTo>
                    <a:pt x="16560" y="13241"/>
                    <a:pt x="17551" y="12323"/>
                    <a:pt x="17551" y="11233"/>
                  </a:cubicBezTo>
                  <a:lnTo>
                    <a:pt x="17551" y="5035"/>
                  </a:lnTo>
                  <a:cubicBezTo>
                    <a:pt x="17480" y="4322"/>
                    <a:pt x="16907" y="3768"/>
                    <a:pt x="16204" y="3768"/>
                  </a:cubicBezTo>
                  <a:cubicBezTo>
                    <a:pt x="16174" y="3768"/>
                    <a:pt x="16144" y="3769"/>
                    <a:pt x="16114" y="3771"/>
                  </a:cubicBezTo>
                  <a:lnTo>
                    <a:pt x="14453" y="3771"/>
                  </a:lnTo>
                  <a:lnTo>
                    <a:pt x="14453" y="2532"/>
                  </a:lnTo>
                  <a:lnTo>
                    <a:pt x="16114" y="2532"/>
                  </a:lnTo>
                  <a:cubicBezTo>
                    <a:pt x="16144" y="2531"/>
                    <a:pt x="16174" y="2530"/>
                    <a:pt x="16204" y="2530"/>
                  </a:cubicBezTo>
                  <a:cubicBezTo>
                    <a:pt x="17577" y="2530"/>
                    <a:pt x="18718" y="3628"/>
                    <a:pt x="18766" y="5011"/>
                  </a:cubicBezTo>
                  <a:lnTo>
                    <a:pt x="18766" y="7539"/>
                  </a:lnTo>
                  <a:cubicBezTo>
                    <a:pt x="18766" y="7688"/>
                    <a:pt x="18890" y="7812"/>
                    <a:pt x="19064" y="7812"/>
                  </a:cubicBezTo>
                  <a:cubicBezTo>
                    <a:pt x="19237" y="7812"/>
                    <a:pt x="19361" y="7688"/>
                    <a:pt x="19361" y="7514"/>
                  </a:cubicBezTo>
                  <a:lnTo>
                    <a:pt x="19361" y="5011"/>
                  </a:lnTo>
                  <a:cubicBezTo>
                    <a:pt x="19312" y="3305"/>
                    <a:pt x="17899" y="1935"/>
                    <a:pt x="16204" y="1935"/>
                  </a:cubicBezTo>
                  <a:cubicBezTo>
                    <a:pt x="16174" y="1935"/>
                    <a:pt x="16144" y="1936"/>
                    <a:pt x="16114" y="1937"/>
                  </a:cubicBezTo>
                  <a:lnTo>
                    <a:pt x="14478" y="1937"/>
                  </a:lnTo>
                  <a:lnTo>
                    <a:pt x="14478" y="1193"/>
                  </a:lnTo>
                  <a:cubicBezTo>
                    <a:pt x="14478" y="538"/>
                    <a:pt x="13956" y="2"/>
                    <a:pt x="13307" y="2"/>
                  </a:cubicBezTo>
                  <a:cubicBezTo>
                    <a:pt x="13292" y="2"/>
                    <a:pt x="13278" y="3"/>
                    <a:pt x="13263" y="3"/>
                  </a:cubicBezTo>
                  <a:lnTo>
                    <a:pt x="8974" y="3"/>
                  </a:lnTo>
                  <a:cubicBezTo>
                    <a:pt x="8959" y="1"/>
                    <a:pt x="8945" y="0"/>
                    <a:pt x="8931" y="0"/>
                  </a:cubicBezTo>
                  <a:cubicBezTo>
                    <a:pt x="8567" y="0"/>
                    <a:pt x="8567" y="576"/>
                    <a:pt x="8931" y="576"/>
                  </a:cubicBezTo>
                  <a:cubicBezTo>
                    <a:pt x="8945" y="576"/>
                    <a:pt x="8959" y="575"/>
                    <a:pt x="8974" y="573"/>
                  </a:cubicBezTo>
                  <a:lnTo>
                    <a:pt x="13263" y="573"/>
                  </a:lnTo>
                  <a:cubicBezTo>
                    <a:pt x="13610" y="573"/>
                    <a:pt x="13883" y="846"/>
                    <a:pt x="13883" y="1193"/>
                  </a:cubicBezTo>
                  <a:lnTo>
                    <a:pt x="13883" y="4763"/>
                  </a:lnTo>
                  <a:cubicBezTo>
                    <a:pt x="13436" y="5060"/>
                    <a:pt x="12916" y="5283"/>
                    <a:pt x="12395" y="5382"/>
                  </a:cubicBezTo>
                  <a:cubicBezTo>
                    <a:pt x="12021" y="5464"/>
                    <a:pt x="11643" y="5505"/>
                    <a:pt x="11267" y="5505"/>
                  </a:cubicBezTo>
                  <a:cubicBezTo>
                    <a:pt x="10273" y="5505"/>
                    <a:pt x="9292" y="5221"/>
                    <a:pt x="8429" y="4663"/>
                  </a:cubicBezTo>
                  <a:cubicBezTo>
                    <a:pt x="7231" y="3967"/>
                    <a:pt x="6149" y="3747"/>
                    <a:pt x="5259" y="3747"/>
                  </a:cubicBezTo>
                  <a:cubicBezTo>
                    <a:pt x="4787" y="3747"/>
                    <a:pt x="4369" y="3809"/>
                    <a:pt x="4016" y="3895"/>
                  </a:cubicBezTo>
                  <a:cubicBezTo>
                    <a:pt x="3545" y="3994"/>
                    <a:pt x="3099" y="4168"/>
                    <a:pt x="2703" y="4391"/>
                  </a:cubicBezTo>
                  <a:lnTo>
                    <a:pt x="2703" y="1193"/>
                  </a:lnTo>
                  <a:cubicBezTo>
                    <a:pt x="2703" y="846"/>
                    <a:pt x="2975" y="573"/>
                    <a:pt x="3322" y="573"/>
                  </a:cubicBezTo>
                  <a:lnTo>
                    <a:pt x="7611" y="573"/>
                  </a:lnTo>
                  <a:cubicBezTo>
                    <a:pt x="7626" y="575"/>
                    <a:pt x="7640" y="576"/>
                    <a:pt x="7654" y="576"/>
                  </a:cubicBezTo>
                  <a:cubicBezTo>
                    <a:pt x="8018" y="576"/>
                    <a:pt x="8018" y="0"/>
                    <a:pt x="7654" y="0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1" name="Google Shape;1268;p46">
            <a:extLst>
              <a:ext uri="{FF2B5EF4-FFF2-40B4-BE49-F238E27FC236}">
                <a16:creationId xmlns:a16="http://schemas.microsoft.com/office/drawing/2014/main" id="{00312459-DCED-61A9-A302-A39EA559637A}"/>
              </a:ext>
            </a:extLst>
          </p:cNvPr>
          <p:cNvGrpSpPr/>
          <p:nvPr/>
        </p:nvGrpSpPr>
        <p:grpSpPr>
          <a:xfrm>
            <a:off x="4025648" y="2380537"/>
            <a:ext cx="534245" cy="655538"/>
            <a:chOff x="1771375" y="2556550"/>
            <a:chExt cx="391700" cy="495825"/>
          </a:xfrm>
        </p:grpSpPr>
        <p:sp>
          <p:nvSpPr>
            <p:cNvPr id="2376" name="Google Shape;1269;p46">
              <a:extLst>
                <a:ext uri="{FF2B5EF4-FFF2-40B4-BE49-F238E27FC236}">
                  <a16:creationId xmlns:a16="http://schemas.microsoft.com/office/drawing/2014/main" id="{360E777F-FFB8-FC7A-1DE4-34E0E5FDE61B}"/>
                </a:ext>
              </a:extLst>
            </p:cNvPr>
            <p:cNvSpPr/>
            <p:nvPr/>
          </p:nvSpPr>
          <p:spPr>
            <a:xfrm>
              <a:off x="1779425" y="2564000"/>
              <a:ext cx="268375" cy="481550"/>
            </a:xfrm>
            <a:custGeom>
              <a:avLst/>
              <a:gdLst/>
              <a:ahLst/>
              <a:cxnLst/>
              <a:rect l="l" t="t" r="r" b="b"/>
              <a:pathLst>
                <a:path w="10735" h="19262" extrusionOk="0">
                  <a:moveTo>
                    <a:pt x="1315" y="0"/>
                  </a:moveTo>
                  <a:cubicBezTo>
                    <a:pt x="571" y="0"/>
                    <a:pt x="1" y="595"/>
                    <a:pt x="1" y="1314"/>
                  </a:cubicBezTo>
                  <a:lnTo>
                    <a:pt x="1" y="17923"/>
                  </a:lnTo>
                  <a:cubicBezTo>
                    <a:pt x="1" y="18667"/>
                    <a:pt x="571" y="19262"/>
                    <a:pt x="1315" y="19262"/>
                  </a:cubicBezTo>
                  <a:lnTo>
                    <a:pt x="9421" y="19262"/>
                  </a:lnTo>
                  <a:cubicBezTo>
                    <a:pt x="10140" y="19262"/>
                    <a:pt x="10735" y="18667"/>
                    <a:pt x="10735" y="17923"/>
                  </a:cubicBezTo>
                  <a:lnTo>
                    <a:pt x="10735" y="8726"/>
                  </a:lnTo>
                  <a:lnTo>
                    <a:pt x="10710" y="8726"/>
                  </a:lnTo>
                  <a:lnTo>
                    <a:pt x="10338" y="8404"/>
                  </a:lnTo>
                  <a:lnTo>
                    <a:pt x="10338" y="6247"/>
                  </a:lnTo>
                  <a:lnTo>
                    <a:pt x="10735" y="5776"/>
                  </a:lnTo>
                  <a:lnTo>
                    <a:pt x="10735" y="1314"/>
                  </a:lnTo>
                  <a:cubicBezTo>
                    <a:pt x="10735" y="595"/>
                    <a:pt x="10140" y="0"/>
                    <a:pt x="9421" y="0"/>
                  </a:cubicBezTo>
                  <a:close/>
                </a:path>
              </a:pathLst>
            </a:custGeom>
            <a:solidFill>
              <a:srgbClr val="43B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1270;p46">
              <a:extLst>
                <a:ext uri="{FF2B5EF4-FFF2-40B4-BE49-F238E27FC236}">
                  <a16:creationId xmlns:a16="http://schemas.microsoft.com/office/drawing/2014/main" id="{3EA7499F-C259-9FA6-9FAF-3CE1A8769B77}"/>
                </a:ext>
              </a:extLst>
            </p:cNvPr>
            <p:cNvSpPr/>
            <p:nvPr/>
          </p:nvSpPr>
          <p:spPr>
            <a:xfrm>
              <a:off x="1779425" y="2564000"/>
              <a:ext cx="66350" cy="481550"/>
            </a:xfrm>
            <a:custGeom>
              <a:avLst/>
              <a:gdLst/>
              <a:ahLst/>
              <a:cxnLst/>
              <a:rect l="l" t="t" r="r" b="b"/>
              <a:pathLst>
                <a:path w="2654" h="19262" extrusionOk="0">
                  <a:moveTo>
                    <a:pt x="1315" y="0"/>
                  </a:moveTo>
                  <a:cubicBezTo>
                    <a:pt x="571" y="0"/>
                    <a:pt x="1" y="595"/>
                    <a:pt x="1" y="1314"/>
                  </a:cubicBezTo>
                  <a:lnTo>
                    <a:pt x="1" y="17923"/>
                  </a:lnTo>
                  <a:cubicBezTo>
                    <a:pt x="1" y="18667"/>
                    <a:pt x="571" y="19262"/>
                    <a:pt x="1315" y="19262"/>
                  </a:cubicBezTo>
                  <a:lnTo>
                    <a:pt x="2653" y="19262"/>
                  </a:lnTo>
                  <a:cubicBezTo>
                    <a:pt x="1910" y="19262"/>
                    <a:pt x="1339" y="18667"/>
                    <a:pt x="1339" y="17923"/>
                  </a:cubicBezTo>
                  <a:lnTo>
                    <a:pt x="1339" y="1314"/>
                  </a:lnTo>
                  <a:cubicBezTo>
                    <a:pt x="1339" y="595"/>
                    <a:pt x="1910" y="0"/>
                    <a:pt x="2653" y="0"/>
                  </a:cubicBezTo>
                  <a:close/>
                </a:path>
              </a:pathLst>
            </a:custGeom>
            <a:solidFill>
              <a:srgbClr val="43B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1271;p46">
              <a:extLst>
                <a:ext uri="{FF2B5EF4-FFF2-40B4-BE49-F238E27FC236}">
                  <a16:creationId xmlns:a16="http://schemas.microsoft.com/office/drawing/2014/main" id="{28C84E93-2312-878F-508F-A8966E4DC718}"/>
                </a:ext>
              </a:extLst>
            </p:cNvPr>
            <p:cNvSpPr/>
            <p:nvPr/>
          </p:nvSpPr>
          <p:spPr>
            <a:xfrm>
              <a:off x="1809175" y="2649525"/>
              <a:ext cx="213850" cy="321675"/>
            </a:xfrm>
            <a:custGeom>
              <a:avLst/>
              <a:gdLst/>
              <a:ahLst/>
              <a:cxnLst/>
              <a:rect l="l" t="t" r="r" b="b"/>
              <a:pathLst>
                <a:path w="8554" h="12867" extrusionOk="0">
                  <a:moveTo>
                    <a:pt x="1" y="0"/>
                  </a:moveTo>
                  <a:lnTo>
                    <a:pt x="1" y="12742"/>
                  </a:lnTo>
                  <a:cubicBezTo>
                    <a:pt x="1" y="12792"/>
                    <a:pt x="50" y="12866"/>
                    <a:pt x="125" y="12866"/>
                  </a:cubicBezTo>
                  <a:lnTo>
                    <a:pt x="8231" y="12866"/>
                  </a:lnTo>
                  <a:cubicBezTo>
                    <a:pt x="8280" y="12866"/>
                    <a:pt x="8355" y="12792"/>
                    <a:pt x="8355" y="12742"/>
                  </a:cubicBezTo>
                  <a:lnTo>
                    <a:pt x="8355" y="5305"/>
                  </a:lnTo>
                  <a:lnTo>
                    <a:pt x="8553" y="5033"/>
                  </a:lnTo>
                  <a:lnTo>
                    <a:pt x="8553" y="2653"/>
                  </a:lnTo>
                  <a:lnTo>
                    <a:pt x="8355" y="2355"/>
                  </a:lnTo>
                  <a:lnTo>
                    <a:pt x="8355" y="0"/>
                  </a:lnTo>
                  <a:close/>
                </a:path>
              </a:pathLst>
            </a:custGeom>
            <a:solidFill>
              <a:srgbClr val="F5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1272;p46">
              <a:extLst>
                <a:ext uri="{FF2B5EF4-FFF2-40B4-BE49-F238E27FC236}">
                  <a16:creationId xmlns:a16="http://schemas.microsoft.com/office/drawing/2014/main" id="{184F78E1-2177-E26F-FB10-C0074820CF3C}"/>
                </a:ext>
              </a:extLst>
            </p:cNvPr>
            <p:cNvSpPr/>
            <p:nvPr/>
          </p:nvSpPr>
          <p:spPr>
            <a:xfrm>
              <a:off x="1809175" y="2650150"/>
              <a:ext cx="40925" cy="321050"/>
            </a:xfrm>
            <a:custGeom>
              <a:avLst/>
              <a:gdLst/>
              <a:ahLst/>
              <a:cxnLst/>
              <a:rect l="l" t="t" r="r" b="b"/>
              <a:pathLst>
                <a:path w="1637" h="12842" extrusionOk="0">
                  <a:moveTo>
                    <a:pt x="1" y="0"/>
                  </a:moveTo>
                  <a:lnTo>
                    <a:pt x="1" y="12717"/>
                  </a:lnTo>
                  <a:cubicBezTo>
                    <a:pt x="1" y="12767"/>
                    <a:pt x="50" y="12841"/>
                    <a:pt x="125" y="12841"/>
                  </a:cubicBezTo>
                  <a:lnTo>
                    <a:pt x="1637" y="12841"/>
                  </a:lnTo>
                  <a:cubicBezTo>
                    <a:pt x="1562" y="12841"/>
                    <a:pt x="1513" y="12767"/>
                    <a:pt x="1513" y="12717"/>
                  </a:cubicBezTo>
                  <a:lnTo>
                    <a:pt x="1513" y="0"/>
                  </a:lnTo>
                  <a:close/>
                </a:path>
              </a:pathLst>
            </a:custGeom>
            <a:solidFill>
              <a:srgbClr val="E183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1273;p46">
              <a:extLst>
                <a:ext uri="{FF2B5EF4-FFF2-40B4-BE49-F238E27FC236}">
                  <a16:creationId xmlns:a16="http://schemas.microsoft.com/office/drawing/2014/main" id="{49CE515A-7C00-EE70-8500-5D0D7564EC5D}"/>
                </a:ext>
              </a:extLst>
            </p:cNvPr>
            <p:cNvSpPr/>
            <p:nvPr/>
          </p:nvSpPr>
          <p:spPr>
            <a:xfrm>
              <a:off x="1891300" y="2893700"/>
              <a:ext cx="44325" cy="29625"/>
            </a:xfrm>
            <a:custGeom>
              <a:avLst/>
              <a:gdLst/>
              <a:ahLst/>
              <a:cxnLst/>
              <a:rect l="l" t="t" r="r" b="b"/>
              <a:pathLst>
                <a:path w="1773" h="1185" extrusionOk="0">
                  <a:moveTo>
                    <a:pt x="112" y="0"/>
                  </a:moveTo>
                  <a:lnTo>
                    <a:pt x="62" y="50"/>
                  </a:lnTo>
                  <a:cubicBezTo>
                    <a:pt x="38" y="124"/>
                    <a:pt x="38" y="199"/>
                    <a:pt x="38" y="273"/>
                  </a:cubicBezTo>
                  <a:cubicBezTo>
                    <a:pt x="0" y="880"/>
                    <a:pt x="440" y="1184"/>
                    <a:pt x="883" y="1184"/>
                  </a:cubicBezTo>
                  <a:cubicBezTo>
                    <a:pt x="1327" y="1184"/>
                    <a:pt x="1773" y="880"/>
                    <a:pt x="1748" y="273"/>
                  </a:cubicBezTo>
                  <a:cubicBezTo>
                    <a:pt x="1723" y="199"/>
                    <a:pt x="1723" y="124"/>
                    <a:pt x="1698" y="50"/>
                  </a:cubicBezTo>
                  <a:lnTo>
                    <a:pt x="1649" y="0"/>
                  </a:ln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1274;p46">
              <a:extLst>
                <a:ext uri="{FF2B5EF4-FFF2-40B4-BE49-F238E27FC236}">
                  <a16:creationId xmlns:a16="http://schemas.microsoft.com/office/drawing/2014/main" id="{4D9BDE09-B70E-A772-3D15-023C48EA7963}"/>
                </a:ext>
              </a:extLst>
            </p:cNvPr>
            <p:cNvSpPr/>
            <p:nvPr/>
          </p:nvSpPr>
          <p:spPr>
            <a:xfrm>
              <a:off x="1892225" y="2893700"/>
              <a:ext cx="31025" cy="28525"/>
            </a:xfrm>
            <a:custGeom>
              <a:avLst/>
              <a:gdLst/>
              <a:ahLst/>
              <a:cxnLst/>
              <a:rect l="l" t="t" r="r" b="b"/>
              <a:pathLst>
                <a:path w="1241" h="1141" extrusionOk="0">
                  <a:moveTo>
                    <a:pt x="75" y="0"/>
                  </a:moveTo>
                  <a:lnTo>
                    <a:pt x="25" y="50"/>
                  </a:lnTo>
                  <a:cubicBezTo>
                    <a:pt x="1" y="124"/>
                    <a:pt x="1" y="199"/>
                    <a:pt x="1" y="298"/>
                  </a:cubicBezTo>
                  <a:cubicBezTo>
                    <a:pt x="1" y="769"/>
                    <a:pt x="372" y="1141"/>
                    <a:pt x="843" y="1141"/>
                  </a:cubicBezTo>
                  <a:cubicBezTo>
                    <a:pt x="992" y="1141"/>
                    <a:pt x="1141" y="1116"/>
                    <a:pt x="1240" y="1042"/>
                  </a:cubicBezTo>
                  <a:cubicBezTo>
                    <a:pt x="967" y="893"/>
                    <a:pt x="794" y="595"/>
                    <a:pt x="794" y="298"/>
                  </a:cubicBezTo>
                  <a:cubicBezTo>
                    <a:pt x="794" y="199"/>
                    <a:pt x="819" y="124"/>
                    <a:pt x="843" y="50"/>
                  </a:cubicBezTo>
                  <a:lnTo>
                    <a:pt x="868" y="0"/>
                  </a:lnTo>
                  <a:close/>
                </a:path>
              </a:pathLst>
            </a:custGeom>
            <a:solidFill>
              <a:srgbClr val="F9ED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1275;p46">
              <a:extLst>
                <a:ext uri="{FF2B5EF4-FFF2-40B4-BE49-F238E27FC236}">
                  <a16:creationId xmlns:a16="http://schemas.microsoft.com/office/drawing/2014/main" id="{1A4E5D8F-B6AD-A652-673A-7E5D6F3D8566}"/>
                </a:ext>
              </a:extLst>
            </p:cNvPr>
            <p:cNvSpPr/>
            <p:nvPr/>
          </p:nvSpPr>
          <p:spPr>
            <a:xfrm>
              <a:off x="1897800" y="2992200"/>
              <a:ext cx="35350" cy="29775"/>
            </a:xfrm>
            <a:custGeom>
              <a:avLst/>
              <a:gdLst/>
              <a:ahLst/>
              <a:cxnLst/>
              <a:rect l="l" t="t" r="r" b="b"/>
              <a:pathLst>
                <a:path w="1414" h="1191" extrusionOk="0">
                  <a:moveTo>
                    <a:pt x="580" y="0"/>
                  </a:moveTo>
                  <a:cubicBezTo>
                    <a:pt x="273" y="0"/>
                    <a:pt x="1" y="264"/>
                    <a:pt x="1" y="597"/>
                  </a:cubicBezTo>
                  <a:cubicBezTo>
                    <a:pt x="1" y="951"/>
                    <a:pt x="299" y="1190"/>
                    <a:pt x="614" y="1190"/>
                  </a:cubicBezTo>
                  <a:cubicBezTo>
                    <a:pt x="763" y="1190"/>
                    <a:pt x="915" y="1137"/>
                    <a:pt x="1042" y="1018"/>
                  </a:cubicBezTo>
                  <a:cubicBezTo>
                    <a:pt x="1414" y="646"/>
                    <a:pt x="1166" y="2"/>
                    <a:pt x="620" y="2"/>
                  </a:cubicBezTo>
                  <a:cubicBezTo>
                    <a:pt x="607" y="1"/>
                    <a:pt x="593" y="0"/>
                    <a:pt x="580" y="0"/>
                  </a:cubicBezTo>
                  <a:close/>
                </a:path>
              </a:pathLst>
            </a:custGeom>
            <a:solidFill>
              <a:srgbClr val="43B5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1276;p46">
              <a:extLst>
                <a:ext uri="{FF2B5EF4-FFF2-40B4-BE49-F238E27FC236}">
                  <a16:creationId xmlns:a16="http://schemas.microsoft.com/office/drawing/2014/main" id="{B1E96EEF-FA29-8277-2284-FC6780FB2841}"/>
                </a:ext>
              </a:extLst>
            </p:cNvPr>
            <p:cNvSpPr/>
            <p:nvPr/>
          </p:nvSpPr>
          <p:spPr>
            <a:xfrm>
              <a:off x="1899050" y="2718925"/>
              <a:ext cx="29150" cy="29775"/>
            </a:xfrm>
            <a:custGeom>
              <a:avLst/>
              <a:gdLst/>
              <a:ahLst/>
              <a:cxnLst/>
              <a:rect l="l" t="t" r="r" b="b"/>
              <a:pathLst>
                <a:path w="1166" h="1191" extrusionOk="0">
                  <a:moveTo>
                    <a:pt x="570" y="1"/>
                  </a:moveTo>
                  <a:cubicBezTo>
                    <a:pt x="273" y="1"/>
                    <a:pt x="0" y="249"/>
                    <a:pt x="0" y="571"/>
                  </a:cubicBezTo>
                  <a:lnTo>
                    <a:pt x="0" y="1141"/>
                  </a:lnTo>
                  <a:lnTo>
                    <a:pt x="25" y="1191"/>
                  </a:lnTo>
                  <a:lnTo>
                    <a:pt x="1116" y="1191"/>
                  </a:lnTo>
                  <a:lnTo>
                    <a:pt x="1141" y="1141"/>
                  </a:lnTo>
                  <a:lnTo>
                    <a:pt x="1141" y="571"/>
                  </a:lnTo>
                  <a:cubicBezTo>
                    <a:pt x="1165" y="249"/>
                    <a:pt x="893" y="1"/>
                    <a:pt x="570" y="1"/>
                  </a:cubicBezTo>
                  <a:close/>
                </a:path>
              </a:pathLst>
            </a:custGeom>
            <a:solidFill>
              <a:srgbClr val="F9ED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1277;p46">
              <a:extLst>
                <a:ext uri="{FF2B5EF4-FFF2-40B4-BE49-F238E27FC236}">
                  <a16:creationId xmlns:a16="http://schemas.microsoft.com/office/drawing/2014/main" id="{2CE86DC2-3A33-D7E8-8329-E0627DBCC41B}"/>
                </a:ext>
              </a:extLst>
            </p:cNvPr>
            <p:cNvSpPr/>
            <p:nvPr/>
          </p:nvSpPr>
          <p:spPr>
            <a:xfrm>
              <a:off x="1899050" y="2718700"/>
              <a:ext cx="22950" cy="30000"/>
            </a:xfrm>
            <a:custGeom>
              <a:avLst/>
              <a:gdLst/>
              <a:ahLst/>
              <a:cxnLst/>
              <a:rect l="l" t="t" r="r" b="b"/>
              <a:pathLst>
                <a:path w="918" h="1200" extrusionOk="0">
                  <a:moveTo>
                    <a:pt x="577" y="0"/>
                  </a:moveTo>
                  <a:cubicBezTo>
                    <a:pt x="275" y="0"/>
                    <a:pt x="0" y="238"/>
                    <a:pt x="0" y="580"/>
                  </a:cubicBezTo>
                  <a:lnTo>
                    <a:pt x="0" y="1150"/>
                  </a:lnTo>
                  <a:lnTo>
                    <a:pt x="25" y="1200"/>
                  </a:lnTo>
                  <a:lnTo>
                    <a:pt x="694" y="1200"/>
                  </a:lnTo>
                  <a:lnTo>
                    <a:pt x="670" y="1150"/>
                  </a:lnTo>
                  <a:lnTo>
                    <a:pt x="670" y="580"/>
                  </a:lnTo>
                  <a:cubicBezTo>
                    <a:pt x="670" y="382"/>
                    <a:pt x="769" y="208"/>
                    <a:pt x="917" y="109"/>
                  </a:cubicBezTo>
                  <a:cubicBezTo>
                    <a:pt x="809" y="34"/>
                    <a:pt x="691" y="0"/>
                    <a:pt x="577" y="0"/>
                  </a:cubicBez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1278;p46">
              <a:extLst>
                <a:ext uri="{FF2B5EF4-FFF2-40B4-BE49-F238E27FC236}">
                  <a16:creationId xmlns:a16="http://schemas.microsoft.com/office/drawing/2014/main" id="{23F7CE08-9244-69AE-F36A-8405146A4F7A}"/>
                </a:ext>
              </a:extLst>
            </p:cNvPr>
            <p:cNvSpPr/>
            <p:nvPr/>
          </p:nvSpPr>
          <p:spPr>
            <a:xfrm>
              <a:off x="1849475" y="2746200"/>
              <a:ext cx="128300" cy="122725"/>
            </a:xfrm>
            <a:custGeom>
              <a:avLst/>
              <a:gdLst/>
              <a:ahLst/>
              <a:cxnLst/>
              <a:rect l="l" t="t" r="r" b="b"/>
              <a:pathLst>
                <a:path w="5132" h="4909" extrusionOk="0">
                  <a:moveTo>
                    <a:pt x="2553" y="0"/>
                  </a:moveTo>
                  <a:cubicBezTo>
                    <a:pt x="1140" y="0"/>
                    <a:pt x="0" y="1141"/>
                    <a:pt x="0" y="2554"/>
                  </a:cubicBezTo>
                  <a:lnTo>
                    <a:pt x="0" y="4834"/>
                  </a:lnTo>
                  <a:lnTo>
                    <a:pt x="74" y="4909"/>
                  </a:lnTo>
                  <a:lnTo>
                    <a:pt x="5057" y="4909"/>
                  </a:lnTo>
                  <a:lnTo>
                    <a:pt x="5132" y="4834"/>
                  </a:lnTo>
                  <a:lnTo>
                    <a:pt x="5132" y="2554"/>
                  </a:lnTo>
                  <a:cubicBezTo>
                    <a:pt x="5132" y="1141"/>
                    <a:pt x="3991" y="0"/>
                    <a:pt x="2553" y="0"/>
                  </a:cubicBez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1279;p46">
              <a:extLst>
                <a:ext uri="{FF2B5EF4-FFF2-40B4-BE49-F238E27FC236}">
                  <a16:creationId xmlns:a16="http://schemas.microsoft.com/office/drawing/2014/main" id="{6C20D972-2F65-77C8-BBFC-3EBC032F00E7}"/>
                </a:ext>
              </a:extLst>
            </p:cNvPr>
            <p:cNvSpPr/>
            <p:nvPr/>
          </p:nvSpPr>
          <p:spPr>
            <a:xfrm>
              <a:off x="1849475" y="2746175"/>
              <a:ext cx="79350" cy="122750"/>
            </a:xfrm>
            <a:custGeom>
              <a:avLst/>
              <a:gdLst/>
              <a:ahLst/>
              <a:cxnLst/>
              <a:rect l="l" t="t" r="r" b="b"/>
              <a:pathLst>
                <a:path w="3174" h="4910" extrusionOk="0">
                  <a:moveTo>
                    <a:pt x="2555" y="0"/>
                  </a:moveTo>
                  <a:cubicBezTo>
                    <a:pt x="1185" y="0"/>
                    <a:pt x="0" y="1108"/>
                    <a:pt x="0" y="2555"/>
                  </a:cubicBezTo>
                  <a:lnTo>
                    <a:pt x="0" y="4835"/>
                  </a:lnTo>
                  <a:lnTo>
                    <a:pt x="74" y="4910"/>
                  </a:lnTo>
                  <a:lnTo>
                    <a:pt x="1314" y="4910"/>
                  </a:lnTo>
                  <a:lnTo>
                    <a:pt x="1240" y="4835"/>
                  </a:lnTo>
                  <a:lnTo>
                    <a:pt x="1240" y="2555"/>
                  </a:lnTo>
                  <a:cubicBezTo>
                    <a:pt x="1240" y="1390"/>
                    <a:pt x="2033" y="373"/>
                    <a:pt x="3173" y="76"/>
                  </a:cubicBezTo>
                  <a:cubicBezTo>
                    <a:pt x="2965" y="25"/>
                    <a:pt x="2758" y="0"/>
                    <a:pt x="2555" y="0"/>
                  </a:cubicBezTo>
                  <a:close/>
                </a:path>
              </a:pathLst>
            </a:custGeom>
            <a:solidFill>
              <a:srgbClr val="F9ED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1280;p46">
              <a:extLst>
                <a:ext uri="{FF2B5EF4-FFF2-40B4-BE49-F238E27FC236}">
                  <a16:creationId xmlns:a16="http://schemas.microsoft.com/office/drawing/2014/main" id="{67931E71-F9AF-C25D-29A7-16C7D4BB808F}"/>
                </a:ext>
              </a:extLst>
            </p:cNvPr>
            <p:cNvSpPr/>
            <p:nvPr/>
          </p:nvSpPr>
          <p:spPr>
            <a:xfrm>
              <a:off x="2067000" y="2601175"/>
              <a:ext cx="86150" cy="97325"/>
            </a:xfrm>
            <a:custGeom>
              <a:avLst/>
              <a:gdLst/>
              <a:ahLst/>
              <a:cxnLst/>
              <a:rect l="l" t="t" r="r" b="b"/>
              <a:pathLst>
                <a:path w="3446" h="3893" extrusionOk="0">
                  <a:moveTo>
                    <a:pt x="719" y="1"/>
                  </a:moveTo>
                  <a:cubicBezTo>
                    <a:pt x="397" y="1"/>
                    <a:pt x="149" y="273"/>
                    <a:pt x="174" y="571"/>
                  </a:cubicBezTo>
                  <a:cubicBezTo>
                    <a:pt x="174" y="868"/>
                    <a:pt x="422" y="1091"/>
                    <a:pt x="719" y="1091"/>
                  </a:cubicBezTo>
                  <a:lnTo>
                    <a:pt x="1587" y="1091"/>
                  </a:lnTo>
                  <a:cubicBezTo>
                    <a:pt x="1636" y="1091"/>
                    <a:pt x="1636" y="1141"/>
                    <a:pt x="1636" y="1191"/>
                  </a:cubicBezTo>
                  <a:lnTo>
                    <a:pt x="273" y="3050"/>
                  </a:lnTo>
                  <a:cubicBezTo>
                    <a:pt x="0" y="3397"/>
                    <a:pt x="273" y="3893"/>
                    <a:pt x="694" y="3893"/>
                  </a:cubicBezTo>
                  <a:lnTo>
                    <a:pt x="2727" y="3893"/>
                  </a:lnTo>
                  <a:cubicBezTo>
                    <a:pt x="3025" y="3893"/>
                    <a:pt x="3272" y="3670"/>
                    <a:pt x="3297" y="3397"/>
                  </a:cubicBezTo>
                  <a:cubicBezTo>
                    <a:pt x="3297" y="3075"/>
                    <a:pt x="3049" y="2827"/>
                    <a:pt x="2752" y="2827"/>
                  </a:cubicBezTo>
                  <a:lnTo>
                    <a:pt x="1884" y="2827"/>
                  </a:lnTo>
                  <a:cubicBezTo>
                    <a:pt x="1835" y="2827"/>
                    <a:pt x="1810" y="2777"/>
                    <a:pt x="1835" y="2728"/>
                  </a:cubicBezTo>
                  <a:lnTo>
                    <a:pt x="3198" y="868"/>
                  </a:lnTo>
                  <a:cubicBezTo>
                    <a:pt x="3446" y="521"/>
                    <a:pt x="3198" y="26"/>
                    <a:pt x="27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1281;p46">
              <a:extLst>
                <a:ext uri="{FF2B5EF4-FFF2-40B4-BE49-F238E27FC236}">
                  <a16:creationId xmlns:a16="http://schemas.microsoft.com/office/drawing/2014/main" id="{AC06F150-4769-1139-062A-3DD331D2B295}"/>
                </a:ext>
              </a:extLst>
            </p:cNvPr>
            <p:cNvSpPr/>
            <p:nvPr/>
          </p:nvSpPr>
          <p:spPr>
            <a:xfrm>
              <a:off x="1996350" y="2708400"/>
              <a:ext cx="68200" cy="73775"/>
            </a:xfrm>
            <a:custGeom>
              <a:avLst/>
              <a:gdLst/>
              <a:ahLst/>
              <a:cxnLst/>
              <a:rect l="l" t="t" r="r" b="b"/>
              <a:pathLst>
                <a:path w="2728" h="2951" extrusionOk="0">
                  <a:moveTo>
                    <a:pt x="670" y="0"/>
                  </a:moveTo>
                  <a:cubicBezTo>
                    <a:pt x="372" y="0"/>
                    <a:pt x="124" y="248"/>
                    <a:pt x="149" y="570"/>
                  </a:cubicBezTo>
                  <a:cubicBezTo>
                    <a:pt x="149" y="868"/>
                    <a:pt x="397" y="1091"/>
                    <a:pt x="694" y="1091"/>
                  </a:cubicBezTo>
                  <a:lnTo>
                    <a:pt x="893" y="1091"/>
                  </a:lnTo>
                  <a:cubicBezTo>
                    <a:pt x="917" y="1091"/>
                    <a:pt x="942" y="1141"/>
                    <a:pt x="917" y="1165"/>
                  </a:cubicBezTo>
                  <a:lnTo>
                    <a:pt x="248" y="2083"/>
                  </a:lnTo>
                  <a:cubicBezTo>
                    <a:pt x="0" y="2454"/>
                    <a:pt x="248" y="2950"/>
                    <a:pt x="694" y="2950"/>
                  </a:cubicBezTo>
                  <a:lnTo>
                    <a:pt x="2033" y="2950"/>
                  </a:lnTo>
                  <a:cubicBezTo>
                    <a:pt x="2330" y="2950"/>
                    <a:pt x="2578" y="2727"/>
                    <a:pt x="2603" y="2430"/>
                  </a:cubicBezTo>
                  <a:cubicBezTo>
                    <a:pt x="2603" y="2145"/>
                    <a:pt x="2376" y="1883"/>
                    <a:pt x="2095" y="1883"/>
                  </a:cubicBezTo>
                  <a:cubicBezTo>
                    <a:pt x="2083" y="1883"/>
                    <a:pt x="2070" y="1883"/>
                    <a:pt x="2058" y="1884"/>
                  </a:cubicBezTo>
                  <a:lnTo>
                    <a:pt x="1859" y="1884"/>
                  </a:lnTo>
                  <a:cubicBezTo>
                    <a:pt x="1810" y="1860"/>
                    <a:pt x="1785" y="1810"/>
                    <a:pt x="1810" y="1785"/>
                  </a:cubicBezTo>
                  <a:lnTo>
                    <a:pt x="2479" y="868"/>
                  </a:lnTo>
                  <a:cubicBezTo>
                    <a:pt x="2727" y="496"/>
                    <a:pt x="2479" y="0"/>
                    <a:pt x="20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1282;p46">
              <a:extLst>
                <a:ext uri="{FF2B5EF4-FFF2-40B4-BE49-F238E27FC236}">
                  <a16:creationId xmlns:a16="http://schemas.microsoft.com/office/drawing/2014/main" id="{9B0CD0B8-3FDB-5D66-0D0D-722E3A17F00A}"/>
                </a:ext>
              </a:extLst>
            </p:cNvPr>
            <p:cNvSpPr/>
            <p:nvPr/>
          </p:nvSpPr>
          <p:spPr>
            <a:xfrm>
              <a:off x="2067000" y="2628450"/>
              <a:ext cx="59525" cy="70050"/>
            </a:xfrm>
            <a:custGeom>
              <a:avLst/>
              <a:gdLst/>
              <a:ahLst/>
              <a:cxnLst/>
              <a:rect l="l" t="t" r="r" b="b"/>
              <a:pathLst>
                <a:path w="2381" h="2802" extrusionOk="0">
                  <a:moveTo>
                    <a:pt x="1587" y="0"/>
                  </a:moveTo>
                  <a:cubicBezTo>
                    <a:pt x="1636" y="0"/>
                    <a:pt x="1636" y="50"/>
                    <a:pt x="1636" y="75"/>
                  </a:cubicBezTo>
                  <a:lnTo>
                    <a:pt x="273" y="1934"/>
                  </a:lnTo>
                  <a:cubicBezTo>
                    <a:pt x="0" y="2306"/>
                    <a:pt x="273" y="2802"/>
                    <a:pt x="719" y="2802"/>
                  </a:cubicBezTo>
                  <a:lnTo>
                    <a:pt x="1438" y="2802"/>
                  </a:lnTo>
                  <a:cubicBezTo>
                    <a:pt x="992" y="2802"/>
                    <a:pt x="719" y="2306"/>
                    <a:pt x="992" y="1934"/>
                  </a:cubicBezTo>
                  <a:lnTo>
                    <a:pt x="2355" y="75"/>
                  </a:lnTo>
                  <a:cubicBezTo>
                    <a:pt x="2380" y="50"/>
                    <a:pt x="2355" y="0"/>
                    <a:pt x="2306" y="0"/>
                  </a:cubicBez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1283;p46">
              <a:extLst>
                <a:ext uri="{FF2B5EF4-FFF2-40B4-BE49-F238E27FC236}">
                  <a16:creationId xmlns:a16="http://schemas.microsoft.com/office/drawing/2014/main" id="{C796C5AE-5001-857E-B6A8-90EF7A554ADF}"/>
                </a:ext>
              </a:extLst>
            </p:cNvPr>
            <p:cNvSpPr/>
            <p:nvPr/>
          </p:nvSpPr>
          <p:spPr>
            <a:xfrm>
              <a:off x="2070725" y="2601750"/>
              <a:ext cx="32250" cy="26725"/>
            </a:xfrm>
            <a:custGeom>
              <a:avLst/>
              <a:gdLst/>
              <a:ahLst/>
              <a:cxnLst/>
              <a:rect l="l" t="t" r="r" b="b"/>
              <a:pathLst>
                <a:path w="1290" h="1069" extrusionOk="0">
                  <a:moveTo>
                    <a:pt x="1248" y="1"/>
                  </a:moveTo>
                  <a:cubicBezTo>
                    <a:pt x="1235" y="1"/>
                    <a:pt x="1221" y="1"/>
                    <a:pt x="1208" y="3"/>
                  </a:cubicBezTo>
                  <a:lnTo>
                    <a:pt x="1289" y="3"/>
                  </a:lnTo>
                  <a:cubicBezTo>
                    <a:pt x="1275" y="1"/>
                    <a:pt x="1262" y="1"/>
                    <a:pt x="1248" y="1"/>
                  </a:cubicBezTo>
                  <a:close/>
                  <a:moveTo>
                    <a:pt x="529" y="1"/>
                  </a:moveTo>
                  <a:cubicBezTo>
                    <a:pt x="227" y="1"/>
                    <a:pt x="1" y="263"/>
                    <a:pt x="25" y="548"/>
                  </a:cubicBezTo>
                  <a:cubicBezTo>
                    <a:pt x="25" y="845"/>
                    <a:pt x="273" y="1068"/>
                    <a:pt x="570" y="1068"/>
                  </a:cubicBezTo>
                  <a:lnTo>
                    <a:pt x="1289" y="1068"/>
                  </a:lnTo>
                  <a:cubicBezTo>
                    <a:pt x="992" y="1068"/>
                    <a:pt x="744" y="845"/>
                    <a:pt x="744" y="548"/>
                  </a:cubicBezTo>
                  <a:cubicBezTo>
                    <a:pt x="721" y="276"/>
                    <a:pt x="926" y="25"/>
                    <a:pt x="1208" y="3"/>
                  </a:cubicBezTo>
                  <a:lnTo>
                    <a:pt x="570" y="3"/>
                  </a:lnTo>
                  <a:cubicBezTo>
                    <a:pt x="556" y="1"/>
                    <a:pt x="543" y="1"/>
                    <a:pt x="529" y="1"/>
                  </a:cubicBez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1284;p46">
              <a:extLst>
                <a:ext uri="{FF2B5EF4-FFF2-40B4-BE49-F238E27FC236}">
                  <a16:creationId xmlns:a16="http://schemas.microsoft.com/office/drawing/2014/main" id="{1BBABBA9-B615-5A8D-39F7-69F735C6C0F9}"/>
                </a:ext>
              </a:extLst>
            </p:cNvPr>
            <p:cNvSpPr/>
            <p:nvPr/>
          </p:nvSpPr>
          <p:spPr>
            <a:xfrm>
              <a:off x="1996350" y="2708400"/>
              <a:ext cx="41550" cy="73775"/>
            </a:xfrm>
            <a:custGeom>
              <a:avLst/>
              <a:gdLst/>
              <a:ahLst/>
              <a:cxnLst/>
              <a:rect l="l" t="t" r="r" b="b"/>
              <a:pathLst>
                <a:path w="1662" h="2951" extrusionOk="0">
                  <a:moveTo>
                    <a:pt x="670" y="0"/>
                  </a:moveTo>
                  <a:cubicBezTo>
                    <a:pt x="372" y="0"/>
                    <a:pt x="124" y="248"/>
                    <a:pt x="149" y="570"/>
                  </a:cubicBezTo>
                  <a:cubicBezTo>
                    <a:pt x="149" y="843"/>
                    <a:pt x="397" y="1066"/>
                    <a:pt x="694" y="1066"/>
                  </a:cubicBezTo>
                  <a:lnTo>
                    <a:pt x="893" y="1066"/>
                  </a:lnTo>
                  <a:cubicBezTo>
                    <a:pt x="917" y="1066"/>
                    <a:pt x="942" y="1116"/>
                    <a:pt x="917" y="1165"/>
                  </a:cubicBezTo>
                  <a:lnTo>
                    <a:pt x="248" y="2083"/>
                  </a:lnTo>
                  <a:cubicBezTo>
                    <a:pt x="0" y="2454"/>
                    <a:pt x="248" y="2950"/>
                    <a:pt x="694" y="2950"/>
                  </a:cubicBezTo>
                  <a:lnTo>
                    <a:pt x="1413" y="2950"/>
                  </a:lnTo>
                  <a:cubicBezTo>
                    <a:pt x="967" y="2950"/>
                    <a:pt x="719" y="2454"/>
                    <a:pt x="967" y="2083"/>
                  </a:cubicBezTo>
                  <a:lnTo>
                    <a:pt x="1636" y="1165"/>
                  </a:lnTo>
                  <a:cubicBezTo>
                    <a:pt x="1661" y="1116"/>
                    <a:pt x="1636" y="1066"/>
                    <a:pt x="1587" y="1066"/>
                  </a:cubicBezTo>
                  <a:lnTo>
                    <a:pt x="1413" y="1066"/>
                  </a:lnTo>
                  <a:cubicBezTo>
                    <a:pt x="1116" y="1066"/>
                    <a:pt x="868" y="843"/>
                    <a:pt x="868" y="570"/>
                  </a:cubicBezTo>
                  <a:cubicBezTo>
                    <a:pt x="843" y="248"/>
                    <a:pt x="1091" y="0"/>
                    <a:pt x="1388" y="0"/>
                  </a:cubicBez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1285;p46">
              <a:extLst>
                <a:ext uri="{FF2B5EF4-FFF2-40B4-BE49-F238E27FC236}">
                  <a16:creationId xmlns:a16="http://schemas.microsoft.com/office/drawing/2014/main" id="{C638FEFA-289F-6A79-F190-B9D39AEDD7C3}"/>
                </a:ext>
              </a:extLst>
            </p:cNvPr>
            <p:cNvSpPr/>
            <p:nvPr/>
          </p:nvSpPr>
          <p:spPr>
            <a:xfrm>
              <a:off x="1809175" y="2614200"/>
              <a:ext cx="39075" cy="37825"/>
            </a:xfrm>
            <a:custGeom>
              <a:avLst/>
              <a:gdLst/>
              <a:ahLst/>
              <a:cxnLst/>
              <a:rect l="l" t="t" r="r" b="b"/>
              <a:pathLst>
                <a:path w="1563" h="1513" extrusionOk="0">
                  <a:moveTo>
                    <a:pt x="125" y="0"/>
                  </a:moveTo>
                  <a:cubicBezTo>
                    <a:pt x="50" y="0"/>
                    <a:pt x="1" y="50"/>
                    <a:pt x="1" y="124"/>
                  </a:cubicBezTo>
                  <a:lnTo>
                    <a:pt x="1" y="1512"/>
                  </a:lnTo>
                  <a:lnTo>
                    <a:pt x="1513" y="1512"/>
                  </a:lnTo>
                  <a:lnTo>
                    <a:pt x="1562" y="1438"/>
                  </a:lnTo>
                  <a:lnTo>
                    <a:pt x="1562" y="75"/>
                  </a:lnTo>
                  <a:lnTo>
                    <a:pt x="1513" y="0"/>
                  </a:lnTo>
                  <a:close/>
                </a:path>
              </a:pathLst>
            </a:custGeom>
            <a:solidFill>
              <a:srgbClr val="F5D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1286;p46">
              <a:extLst>
                <a:ext uri="{FF2B5EF4-FFF2-40B4-BE49-F238E27FC236}">
                  <a16:creationId xmlns:a16="http://schemas.microsoft.com/office/drawing/2014/main" id="{DA7C12E0-2C97-D1E2-2F92-EFB6D05EA2E8}"/>
                </a:ext>
              </a:extLst>
            </p:cNvPr>
            <p:cNvSpPr/>
            <p:nvPr/>
          </p:nvSpPr>
          <p:spPr>
            <a:xfrm>
              <a:off x="1846975" y="2614200"/>
              <a:ext cx="170475" cy="37825"/>
            </a:xfrm>
            <a:custGeom>
              <a:avLst/>
              <a:gdLst/>
              <a:ahLst/>
              <a:cxnLst/>
              <a:rect l="l" t="t" r="r" b="b"/>
              <a:pathLst>
                <a:path w="6819" h="1513" extrusionOk="0">
                  <a:moveTo>
                    <a:pt x="1" y="0"/>
                  </a:moveTo>
                  <a:lnTo>
                    <a:pt x="1" y="1512"/>
                  </a:lnTo>
                  <a:lnTo>
                    <a:pt x="6818" y="1512"/>
                  </a:lnTo>
                  <a:lnTo>
                    <a:pt x="6818" y="124"/>
                  </a:lnTo>
                  <a:cubicBezTo>
                    <a:pt x="6818" y="50"/>
                    <a:pt x="6768" y="0"/>
                    <a:pt x="6694" y="0"/>
                  </a:cubicBezTo>
                  <a:close/>
                </a:path>
              </a:pathLst>
            </a:custGeom>
            <a:solidFill>
              <a:srgbClr val="C4E0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1287;p46">
              <a:extLst>
                <a:ext uri="{FF2B5EF4-FFF2-40B4-BE49-F238E27FC236}">
                  <a16:creationId xmlns:a16="http://schemas.microsoft.com/office/drawing/2014/main" id="{911B0CAD-59AD-012E-3D9F-46334FD87F7B}"/>
                </a:ext>
              </a:extLst>
            </p:cNvPr>
            <p:cNvSpPr/>
            <p:nvPr/>
          </p:nvSpPr>
          <p:spPr>
            <a:xfrm>
              <a:off x="1839550" y="2867050"/>
              <a:ext cx="147525" cy="27900"/>
            </a:xfrm>
            <a:custGeom>
              <a:avLst/>
              <a:gdLst/>
              <a:ahLst/>
              <a:cxnLst/>
              <a:rect l="l" t="t" r="r" b="b"/>
              <a:pathLst>
                <a:path w="5901" h="1116" extrusionOk="0">
                  <a:moveTo>
                    <a:pt x="273" y="0"/>
                  </a:moveTo>
                  <a:cubicBezTo>
                    <a:pt x="124" y="0"/>
                    <a:pt x="0" y="124"/>
                    <a:pt x="0" y="273"/>
                  </a:cubicBezTo>
                  <a:lnTo>
                    <a:pt x="0" y="843"/>
                  </a:lnTo>
                  <a:cubicBezTo>
                    <a:pt x="0" y="992"/>
                    <a:pt x="124" y="1116"/>
                    <a:pt x="273" y="1116"/>
                  </a:cubicBezTo>
                  <a:lnTo>
                    <a:pt x="5652" y="1116"/>
                  </a:lnTo>
                  <a:cubicBezTo>
                    <a:pt x="5801" y="1116"/>
                    <a:pt x="5900" y="992"/>
                    <a:pt x="5900" y="843"/>
                  </a:cubicBezTo>
                  <a:lnTo>
                    <a:pt x="5900" y="273"/>
                  </a:lnTo>
                  <a:cubicBezTo>
                    <a:pt x="5900" y="124"/>
                    <a:pt x="5801" y="0"/>
                    <a:pt x="5652" y="0"/>
                  </a:cubicBezTo>
                  <a:close/>
                </a:path>
              </a:pathLst>
            </a:custGeom>
            <a:solidFill>
              <a:srgbClr val="F9ED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1288;p46">
              <a:extLst>
                <a:ext uri="{FF2B5EF4-FFF2-40B4-BE49-F238E27FC236}">
                  <a16:creationId xmlns:a16="http://schemas.microsoft.com/office/drawing/2014/main" id="{4B780767-6B6C-D0AC-CAC7-5493BCFD1C08}"/>
                </a:ext>
              </a:extLst>
            </p:cNvPr>
            <p:cNvSpPr/>
            <p:nvPr/>
          </p:nvSpPr>
          <p:spPr>
            <a:xfrm>
              <a:off x="1839550" y="2867050"/>
              <a:ext cx="37825" cy="27900"/>
            </a:xfrm>
            <a:custGeom>
              <a:avLst/>
              <a:gdLst/>
              <a:ahLst/>
              <a:cxnLst/>
              <a:rect l="l" t="t" r="r" b="b"/>
              <a:pathLst>
                <a:path w="1513" h="1116" extrusionOk="0">
                  <a:moveTo>
                    <a:pt x="273" y="0"/>
                  </a:moveTo>
                  <a:cubicBezTo>
                    <a:pt x="124" y="0"/>
                    <a:pt x="0" y="124"/>
                    <a:pt x="0" y="273"/>
                  </a:cubicBezTo>
                  <a:lnTo>
                    <a:pt x="0" y="843"/>
                  </a:lnTo>
                  <a:cubicBezTo>
                    <a:pt x="0" y="992"/>
                    <a:pt x="124" y="1116"/>
                    <a:pt x="273" y="1116"/>
                  </a:cubicBezTo>
                  <a:lnTo>
                    <a:pt x="1513" y="1116"/>
                  </a:lnTo>
                  <a:cubicBezTo>
                    <a:pt x="1364" y="1116"/>
                    <a:pt x="1240" y="992"/>
                    <a:pt x="1240" y="843"/>
                  </a:cubicBezTo>
                  <a:lnTo>
                    <a:pt x="1240" y="273"/>
                  </a:lnTo>
                  <a:cubicBezTo>
                    <a:pt x="1240" y="124"/>
                    <a:pt x="1364" y="0"/>
                    <a:pt x="1513" y="0"/>
                  </a:cubicBezTo>
                  <a:close/>
                </a:path>
              </a:pathLst>
            </a:custGeom>
            <a:solidFill>
              <a:srgbClr val="F4D6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1289;p46">
              <a:extLst>
                <a:ext uri="{FF2B5EF4-FFF2-40B4-BE49-F238E27FC236}">
                  <a16:creationId xmlns:a16="http://schemas.microsoft.com/office/drawing/2014/main" id="{2F6DFB5C-A15C-D3A7-E29A-E4DA73C8EF0C}"/>
                </a:ext>
              </a:extLst>
            </p:cNvPr>
            <p:cNvSpPr/>
            <p:nvPr/>
          </p:nvSpPr>
          <p:spPr>
            <a:xfrm>
              <a:off x="1832100" y="2711350"/>
              <a:ext cx="162400" cy="219250"/>
            </a:xfrm>
            <a:custGeom>
              <a:avLst/>
              <a:gdLst/>
              <a:ahLst/>
              <a:cxnLst/>
              <a:rect l="l" t="t" r="r" b="b"/>
              <a:pathLst>
                <a:path w="6496" h="8770" extrusionOk="0">
                  <a:moveTo>
                    <a:pt x="3248" y="558"/>
                  </a:moveTo>
                  <a:cubicBezTo>
                    <a:pt x="3397" y="558"/>
                    <a:pt x="3546" y="663"/>
                    <a:pt x="3521" y="874"/>
                  </a:cubicBezTo>
                  <a:lnTo>
                    <a:pt x="3521" y="1097"/>
                  </a:lnTo>
                  <a:cubicBezTo>
                    <a:pt x="3434" y="1085"/>
                    <a:pt x="3341" y="1078"/>
                    <a:pt x="3248" y="1078"/>
                  </a:cubicBezTo>
                  <a:cubicBezTo>
                    <a:pt x="3155" y="1078"/>
                    <a:pt x="3062" y="1085"/>
                    <a:pt x="2976" y="1097"/>
                  </a:cubicBezTo>
                  <a:lnTo>
                    <a:pt x="2976" y="874"/>
                  </a:lnTo>
                  <a:cubicBezTo>
                    <a:pt x="2951" y="663"/>
                    <a:pt x="3100" y="558"/>
                    <a:pt x="3248" y="558"/>
                  </a:cubicBezTo>
                  <a:close/>
                  <a:moveTo>
                    <a:pt x="3248" y="1692"/>
                  </a:moveTo>
                  <a:cubicBezTo>
                    <a:pt x="4513" y="1692"/>
                    <a:pt x="5529" y="2708"/>
                    <a:pt x="5529" y="3973"/>
                  </a:cubicBezTo>
                  <a:lnTo>
                    <a:pt x="5529" y="5956"/>
                  </a:lnTo>
                  <a:lnTo>
                    <a:pt x="968" y="5956"/>
                  </a:lnTo>
                  <a:lnTo>
                    <a:pt x="968" y="3973"/>
                  </a:lnTo>
                  <a:cubicBezTo>
                    <a:pt x="968" y="2708"/>
                    <a:pt x="1984" y="1692"/>
                    <a:pt x="3248" y="1692"/>
                  </a:cubicBezTo>
                  <a:close/>
                  <a:moveTo>
                    <a:pt x="5901" y="6526"/>
                  </a:moveTo>
                  <a:lnTo>
                    <a:pt x="5901" y="7046"/>
                  </a:lnTo>
                  <a:lnTo>
                    <a:pt x="596" y="7046"/>
                  </a:lnTo>
                  <a:lnTo>
                    <a:pt x="596" y="6526"/>
                  </a:lnTo>
                  <a:close/>
                  <a:moveTo>
                    <a:pt x="3794" y="7641"/>
                  </a:moveTo>
                  <a:cubicBezTo>
                    <a:pt x="3769" y="7914"/>
                    <a:pt x="3546" y="8137"/>
                    <a:pt x="3248" y="8137"/>
                  </a:cubicBezTo>
                  <a:cubicBezTo>
                    <a:pt x="2951" y="8137"/>
                    <a:pt x="2728" y="7914"/>
                    <a:pt x="2678" y="7641"/>
                  </a:cubicBezTo>
                  <a:close/>
                  <a:moveTo>
                    <a:pt x="3248" y="0"/>
                  </a:moveTo>
                  <a:cubicBezTo>
                    <a:pt x="2815" y="0"/>
                    <a:pt x="2381" y="291"/>
                    <a:pt x="2381" y="874"/>
                  </a:cubicBezTo>
                  <a:lnTo>
                    <a:pt x="2381" y="1221"/>
                  </a:lnTo>
                  <a:cubicBezTo>
                    <a:pt x="1191" y="1593"/>
                    <a:pt x="398" y="2708"/>
                    <a:pt x="398" y="3948"/>
                  </a:cubicBezTo>
                  <a:lnTo>
                    <a:pt x="398" y="5956"/>
                  </a:lnTo>
                  <a:cubicBezTo>
                    <a:pt x="150" y="6030"/>
                    <a:pt x="1" y="6253"/>
                    <a:pt x="1" y="6501"/>
                  </a:cubicBezTo>
                  <a:lnTo>
                    <a:pt x="1" y="7071"/>
                  </a:lnTo>
                  <a:cubicBezTo>
                    <a:pt x="1" y="7369"/>
                    <a:pt x="249" y="7617"/>
                    <a:pt x="571" y="7617"/>
                  </a:cubicBezTo>
                  <a:lnTo>
                    <a:pt x="2108" y="7617"/>
                  </a:lnTo>
                  <a:cubicBezTo>
                    <a:pt x="2108" y="8385"/>
                    <a:pt x="2678" y="8769"/>
                    <a:pt x="3248" y="8769"/>
                  </a:cubicBezTo>
                  <a:cubicBezTo>
                    <a:pt x="3819" y="8769"/>
                    <a:pt x="4389" y="8385"/>
                    <a:pt x="4389" y="7617"/>
                  </a:cubicBezTo>
                  <a:lnTo>
                    <a:pt x="5950" y="7617"/>
                  </a:lnTo>
                  <a:cubicBezTo>
                    <a:pt x="6248" y="7617"/>
                    <a:pt x="6496" y="7369"/>
                    <a:pt x="6496" y="7071"/>
                  </a:cubicBezTo>
                  <a:lnTo>
                    <a:pt x="6496" y="6501"/>
                  </a:lnTo>
                  <a:cubicBezTo>
                    <a:pt x="6496" y="6253"/>
                    <a:pt x="6347" y="6030"/>
                    <a:pt x="6124" y="5956"/>
                  </a:cubicBezTo>
                  <a:lnTo>
                    <a:pt x="6099" y="5956"/>
                  </a:lnTo>
                  <a:lnTo>
                    <a:pt x="6099" y="3948"/>
                  </a:lnTo>
                  <a:cubicBezTo>
                    <a:pt x="6099" y="2708"/>
                    <a:pt x="5306" y="1593"/>
                    <a:pt x="4116" y="1221"/>
                  </a:cubicBezTo>
                  <a:lnTo>
                    <a:pt x="4116" y="874"/>
                  </a:lnTo>
                  <a:cubicBezTo>
                    <a:pt x="4116" y="291"/>
                    <a:pt x="3682" y="0"/>
                    <a:pt x="3248" y="0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1290;p46">
              <a:extLst>
                <a:ext uri="{FF2B5EF4-FFF2-40B4-BE49-F238E27FC236}">
                  <a16:creationId xmlns:a16="http://schemas.microsoft.com/office/drawing/2014/main" id="{D413FC13-E3D1-8FD2-EC87-B3F8B7904D5F}"/>
                </a:ext>
              </a:extLst>
            </p:cNvPr>
            <p:cNvSpPr/>
            <p:nvPr/>
          </p:nvSpPr>
          <p:spPr>
            <a:xfrm>
              <a:off x="1878175" y="2581325"/>
              <a:ext cx="68000" cy="15000"/>
            </a:xfrm>
            <a:custGeom>
              <a:avLst/>
              <a:gdLst/>
              <a:ahLst/>
              <a:cxnLst/>
              <a:rect l="l" t="t" r="r" b="b"/>
              <a:pathLst>
                <a:path w="2720" h="600" extrusionOk="0">
                  <a:moveTo>
                    <a:pt x="415" y="1"/>
                  </a:moveTo>
                  <a:cubicBezTo>
                    <a:pt x="8" y="1"/>
                    <a:pt x="0" y="599"/>
                    <a:pt x="392" y="599"/>
                  </a:cubicBezTo>
                  <a:cubicBezTo>
                    <a:pt x="407" y="599"/>
                    <a:pt x="423" y="598"/>
                    <a:pt x="439" y="596"/>
                  </a:cubicBezTo>
                  <a:lnTo>
                    <a:pt x="2372" y="596"/>
                  </a:lnTo>
                  <a:cubicBezTo>
                    <a:pt x="2719" y="547"/>
                    <a:pt x="2719" y="51"/>
                    <a:pt x="2372" y="1"/>
                  </a:cubicBezTo>
                  <a:lnTo>
                    <a:pt x="439" y="1"/>
                  </a:lnTo>
                  <a:cubicBezTo>
                    <a:pt x="430" y="1"/>
                    <a:pt x="422" y="1"/>
                    <a:pt x="415" y="1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1291;p46">
              <a:extLst>
                <a:ext uri="{FF2B5EF4-FFF2-40B4-BE49-F238E27FC236}">
                  <a16:creationId xmlns:a16="http://schemas.microsoft.com/office/drawing/2014/main" id="{C7147E3B-B009-41EE-6576-B7A658856CB7}"/>
                </a:ext>
              </a:extLst>
            </p:cNvPr>
            <p:cNvSpPr/>
            <p:nvPr/>
          </p:nvSpPr>
          <p:spPr>
            <a:xfrm>
              <a:off x="1890975" y="2984800"/>
              <a:ext cx="52100" cy="44550"/>
            </a:xfrm>
            <a:custGeom>
              <a:avLst/>
              <a:gdLst/>
              <a:ahLst/>
              <a:cxnLst/>
              <a:rect l="l" t="t" r="r" b="b"/>
              <a:pathLst>
                <a:path w="2084" h="1782" extrusionOk="0">
                  <a:moveTo>
                    <a:pt x="893" y="571"/>
                  </a:moveTo>
                  <a:cubicBezTo>
                    <a:pt x="1067" y="571"/>
                    <a:pt x="1216" y="719"/>
                    <a:pt x="1216" y="893"/>
                  </a:cubicBezTo>
                  <a:cubicBezTo>
                    <a:pt x="1216" y="1073"/>
                    <a:pt x="1064" y="1188"/>
                    <a:pt x="904" y="1188"/>
                  </a:cubicBezTo>
                  <a:cubicBezTo>
                    <a:pt x="822" y="1188"/>
                    <a:pt x="737" y="1158"/>
                    <a:pt x="670" y="1091"/>
                  </a:cubicBezTo>
                  <a:cubicBezTo>
                    <a:pt x="472" y="918"/>
                    <a:pt x="621" y="571"/>
                    <a:pt x="893" y="571"/>
                  </a:cubicBezTo>
                  <a:close/>
                  <a:moveTo>
                    <a:pt x="893" y="0"/>
                  </a:moveTo>
                  <a:cubicBezTo>
                    <a:pt x="398" y="0"/>
                    <a:pt x="1" y="397"/>
                    <a:pt x="1" y="893"/>
                  </a:cubicBezTo>
                  <a:cubicBezTo>
                    <a:pt x="1" y="1427"/>
                    <a:pt x="440" y="1782"/>
                    <a:pt x="893" y="1782"/>
                  </a:cubicBezTo>
                  <a:cubicBezTo>
                    <a:pt x="1112" y="1782"/>
                    <a:pt x="1335" y="1699"/>
                    <a:pt x="1513" y="1513"/>
                  </a:cubicBezTo>
                  <a:cubicBezTo>
                    <a:pt x="2083" y="967"/>
                    <a:pt x="1687" y="0"/>
                    <a:pt x="893" y="0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1292;p46">
              <a:extLst>
                <a:ext uri="{FF2B5EF4-FFF2-40B4-BE49-F238E27FC236}">
                  <a16:creationId xmlns:a16="http://schemas.microsoft.com/office/drawing/2014/main" id="{D3B995AB-4428-7F36-88EE-88535407A472}"/>
                </a:ext>
              </a:extLst>
            </p:cNvPr>
            <p:cNvSpPr/>
            <p:nvPr/>
          </p:nvSpPr>
          <p:spPr>
            <a:xfrm>
              <a:off x="2057700" y="2594300"/>
              <a:ext cx="105375" cy="111650"/>
            </a:xfrm>
            <a:custGeom>
              <a:avLst/>
              <a:gdLst/>
              <a:ahLst/>
              <a:cxnLst/>
              <a:rect l="l" t="t" r="r" b="b"/>
              <a:pathLst>
                <a:path w="4215" h="4466" extrusionOk="0">
                  <a:moveTo>
                    <a:pt x="1482" y="0"/>
                  </a:moveTo>
                  <a:cubicBezTo>
                    <a:pt x="1468" y="0"/>
                    <a:pt x="1453" y="1"/>
                    <a:pt x="1438" y="3"/>
                  </a:cubicBezTo>
                  <a:lnTo>
                    <a:pt x="1066" y="3"/>
                  </a:lnTo>
                  <a:cubicBezTo>
                    <a:pt x="25" y="53"/>
                    <a:pt x="25" y="1590"/>
                    <a:pt x="1066" y="1664"/>
                  </a:cubicBezTo>
                  <a:lnTo>
                    <a:pt x="1488" y="1664"/>
                  </a:lnTo>
                  <a:lnTo>
                    <a:pt x="397" y="3127"/>
                  </a:lnTo>
                  <a:cubicBezTo>
                    <a:pt x="0" y="3697"/>
                    <a:pt x="397" y="4465"/>
                    <a:pt x="1066" y="4465"/>
                  </a:cubicBezTo>
                  <a:lnTo>
                    <a:pt x="3124" y="4465"/>
                  </a:lnTo>
                  <a:cubicBezTo>
                    <a:pt x="4215" y="4465"/>
                    <a:pt x="4215" y="2804"/>
                    <a:pt x="3124" y="2804"/>
                  </a:cubicBezTo>
                  <a:lnTo>
                    <a:pt x="2702" y="2804"/>
                  </a:lnTo>
                  <a:lnTo>
                    <a:pt x="3793" y="1317"/>
                  </a:lnTo>
                  <a:cubicBezTo>
                    <a:pt x="4190" y="772"/>
                    <a:pt x="3793" y="3"/>
                    <a:pt x="3124" y="3"/>
                  </a:cubicBezTo>
                  <a:lnTo>
                    <a:pt x="2802" y="3"/>
                  </a:lnTo>
                  <a:cubicBezTo>
                    <a:pt x="2786" y="1"/>
                    <a:pt x="2770" y="0"/>
                    <a:pt x="2755" y="0"/>
                  </a:cubicBezTo>
                  <a:cubicBezTo>
                    <a:pt x="2371" y="0"/>
                    <a:pt x="2371" y="576"/>
                    <a:pt x="2755" y="576"/>
                  </a:cubicBezTo>
                  <a:cubicBezTo>
                    <a:pt x="2770" y="576"/>
                    <a:pt x="2786" y="575"/>
                    <a:pt x="2802" y="573"/>
                  </a:cubicBezTo>
                  <a:lnTo>
                    <a:pt x="3124" y="573"/>
                  </a:lnTo>
                  <a:cubicBezTo>
                    <a:pt x="3322" y="573"/>
                    <a:pt x="3446" y="796"/>
                    <a:pt x="3322" y="970"/>
                  </a:cubicBezTo>
                  <a:lnTo>
                    <a:pt x="1909" y="2903"/>
                  </a:lnTo>
                  <a:cubicBezTo>
                    <a:pt x="1760" y="3102"/>
                    <a:pt x="1909" y="3374"/>
                    <a:pt x="2132" y="3374"/>
                  </a:cubicBezTo>
                  <a:lnTo>
                    <a:pt x="3124" y="3374"/>
                  </a:lnTo>
                  <a:cubicBezTo>
                    <a:pt x="3446" y="3374"/>
                    <a:pt x="3446" y="3870"/>
                    <a:pt x="3124" y="3870"/>
                  </a:cubicBezTo>
                  <a:lnTo>
                    <a:pt x="1066" y="3870"/>
                  </a:lnTo>
                  <a:cubicBezTo>
                    <a:pt x="868" y="3870"/>
                    <a:pt x="744" y="3647"/>
                    <a:pt x="868" y="3474"/>
                  </a:cubicBezTo>
                  <a:lnTo>
                    <a:pt x="2281" y="1540"/>
                  </a:lnTo>
                  <a:cubicBezTo>
                    <a:pt x="2430" y="1342"/>
                    <a:pt x="2281" y="1069"/>
                    <a:pt x="2058" y="1069"/>
                  </a:cubicBezTo>
                  <a:lnTo>
                    <a:pt x="1066" y="1069"/>
                  </a:lnTo>
                  <a:cubicBezTo>
                    <a:pt x="744" y="1069"/>
                    <a:pt x="744" y="573"/>
                    <a:pt x="1066" y="573"/>
                  </a:cubicBezTo>
                  <a:lnTo>
                    <a:pt x="1438" y="573"/>
                  </a:lnTo>
                  <a:cubicBezTo>
                    <a:pt x="1453" y="575"/>
                    <a:pt x="1468" y="576"/>
                    <a:pt x="1482" y="576"/>
                  </a:cubicBezTo>
                  <a:cubicBezTo>
                    <a:pt x="1845" y="576"/>
                    <a:pt x="1845" y="0"/>
                    <a:pt x="1482" y="0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1293;p46">
              <a:extLst>
                <a:ext uri="{FF2B5EF4-FFF2-40B4-BE49-F238E27FC236}">
                  <a16:creationId xmlns:a16="http://schemas.microsoft.com/office/drawing/2014/main" id="{915AB719-82E5-BB94-1565-EF6BDCC77147}"/>
                </a:ext>
              </a:extLst>
            </p:cNvPr>
            <p:cNvSpPr/>
            <p:nvPr/>
          </p:nvSpPr>
          <p:spPr>
            <a:xfrm>
              <a:off x="1771375" y="2556550"/>
              <a:ext cx="300600" cy="495825"/>
            </a:xfrm>
            <a:custGeom>
              <a:avLst/>
              <a:gdLst/>
              <a:ahLst/>
              <a:cxnLst/>
              <a:rect l="l" t="t" r="r" b="b"/>
              <a:pathLst>
                <a:path w="12024" h="19833" extrusionOk="0">
                  <a:moveTo>
                    <a:pt x="2727" y="2579"/>
                  </a:moveTo>
                  <a:lnTo>
                    <a:pt x="2727" y="3521"/>
                  </a:lnTo>
                  <a:lnTo>
                    <a:pt x="1810" y="3521"/>
                  </a:lnTo>
                  <a:lnTo>
                    <a:pt x="1810" y="2579"/>
                  </a:lnTo>
                  <a:close/>
                  <a:moveTo>
                    <a:pt x="9569" y="2579"/>
                  </a:moveTo>
                  <a:lnTo>
                    <a:pt x="9569" y="3521"/>
                  </a:lnTo>
                  <a:lnTo>
                    <a:pt x="3298" y="3521"/>
                  </a:lnTo>
                  <a:lnTo>
                    <a:pt x="3298" y="2579"/>
                  </a:lnTo>
                  <a:close/>
                  <a:moveTo>
                    <a:pt x="9624" y="6369"/>
                  </a:moveTo>
                  <a:cubicBezTo>
                    <a:pt x="9638" y="6369"/>
                    <a:pt x="9653" y="6370"/>
                    <a:pt x="9669" y="6372"/>
                  </a:cubicBezTo>
                  <a:lnTo>
                    <a:pt x="11032" y="6372"/>
                  </a:lnTo>
                  <a:cubicBezTo>
                    <a:pt x="11041" y="6371"/>
                    <a:pt x="11050" y="6370"/>
                    <a:pt x="11059" y="6370"/>
                  </a:cubicBezTo>
                  <a:cubicBezTo>
                    <a:pt x="11241" y="6370"/>
                    <a:pt x="11348" y="6603"/>
                    <a:pt x="11230" y="6768"/>
                  </a:cubicBezTo>
                  <a:lnTo>
                    <a:pt x="10511" y="7760"/>
                  </a:lnTo>
                  <a:cubicBezTo>
                    <a:pt x="10363" y="7958"/>
                    <a:pt x="10487" y="8231"/>
                    <a:pt x="10734" y="8231"/>
                  </a:cubicBezTo>
                  <a:lnTo>
                    <a:pt x="11057" y="8231"/>
                  </a:lnTo>
                  <a:cubicBezTo>
                    <a:pt x="11379" y="8231"/>
                    <a:pt x="11379" y="8727"/>
                    <a:pt x="11057" y="8727"/>
                  </a:cubicBezTo>
                  <a:lnTo>
                    <a:pt x="9693" y="8727"/>
                  </a:lnTo>
                  <a:cubicBezTo>
                    <a:pt x="9470" y="8727"/>
                    <a:pt x="9371" y="8504"/>
                    <a:pt x="9495" y="8330"/>
                  </a:cubicBezTo>
                  <a:lnTo>
                    <a:pt x="10214" y="7314"/>
                  </a:lnTo>
                  <a:cubicBezTo>
                    <a:pt x="10363" y="7115"/>
                    <a:pt x="10214" y="6868"/>
                    <a:pt x="9991" y="6868"/>
                  </a:cubicBezTo>
                  <a:lnTo>
                    <a:pt x="9669" y="6868"/>
                  </a:lnTo>
                  <a:cubicBezTo>
                    <a:pt x="9661" y="6868"/>
                    <a:pt x="9653" y="6868"/>
                    <a:pt x="9645" y="6868"/>
                  </a:cubicBezTo>
                  <a:cubicBezTo>
                    <a:pt x="9312" y="6868"/>
                    <a:pt x="9305" y="6369"/>
                    <a:pt x="9624" y="6369"/>
                  </a:cubicBezTo>
                  <a:close/>
                  <a:moveTo>
                    <a:pt x="9545" y="4091"/>
                  </a:moveTo>
                  <a:lnTo>
                    <a:pt x="9545" y="5777"/>
                  </a:lnTo>
                  <a:cubicBezTo>
                    <a:pt x="8652" y="5901"/>
                    <a:pt x="8553" y="7140"/>
                    <a:pt x="9421" y="7413"/>
                  </a:cubicBezTo>
                  <a:lnTo>
                    <a:pt x="8974" y="7983"/>
                  </a:lnTo>
                  <a:cubicBezTo>
                    <a:pt x="8603" y="8504"/>
                    <a:pt x="8925" y="9223"/>
                    <a:pt x="9545" y="9297"/>
                  </a:cubicBezTo>
                  <a:lnTo>
                    <a:pt x="9545" y="16288"/>
                  </a:lnTo>
                  <a:lnTo>
                    <a:pt x="1810" y="16288"/>
                  </a:lnTo>
                  <a:lnTo>
                    <a:pt x="1810" y="4091"/>
                  </a:lnTo>
                  <a:close/>
                  <a:moveTo>
                    <a:pt x="1637" y="1"/>
                  </a:moveTo>
                  <a:cubicBezTo>
                    <a:pt x="744" y="1"/>
                    <a:pt x="1" y="720"/>
                    <a:pt x="1" y="1612"/>
                  </a:cubicBezTo>
                  <a:lnTo>
                    <a:pt x="1" y="18221"/>
                  </a:lnTo>
                  <a:cubicBezTo>
                    <a:pt x="1" y="19114"/>
                    <a:pt x="744" y="19832"/>
                    <a:pt x="1637" y="19832"/>
                  </a:cubicBezTo>
                  <a:lnTo>
                    <a:pt x="9743" y="19832"/>
                  </a:lnTo>
                  <a:cubicBezTo>
                    <a:pt x="10611" y="19832"/>
                    <a:pt x="11329" y="19114"/>
                    <a:pt x="11329" y="18221"/>
                  </a:cubicBezTo>
                  <a:lnTo>
                    <a:pt x="11329" y="13660"/>
                  </a:lnTo>
                  <a:cubicBezTo>
                    <a:pt x="11354" y="13437"/>
                    <a:pt x="11199" y="13325"/>
                    <a:pt x="11044" y="13325"/>
                  </a:cubicBezTo>
                  <a:cubicBezTo>
                    <a:pt x="10889" y="13325"/>
                    <a:pt x="10734" y="13437"/>
                    <a:pt x="10759" y="13660"/>
                  </a:cubicBezTo>
                  <a:lnTo>
                    <a:pt x="10759" y="18221"/>
                  </a:lnTo>
                  <a:cubicBezTo>
                    <a:pt x="10759" y="18791"/>
                    <a:pt x="10288" y="19262"/>
                    <a:pt x="9743" y="19262"/>
                  </a:cubicBezTo>
                  <a:lnTo>
                    <a:pt x="1637" y="19262"/>
                  </a:lnTo>
                  <a:cubicBezTo>
                    <a:pt x="1067" y="19262"/>
                    <a:pt x="596" y="18791"/>
                    <a:pt x="596" y="18221"/>
                  </a:cubicBezTo>
                  <a:lnTo>
                    <a:pt x="596" y="1612"/>
                  </a:lnTo>
                  <a:cubicBezTo>
                    <a:pt x="596" y="1042"/>
                    <a:pt x="1067" y="596"/>
                    <a:pt x="1637" y="596"/>
                  </a:cubicBezTo>
                  <a:lnTo>
                    <a:pt x="9743" y="596"/>
                  </a:lnTo>
                  <a:cubicBezTo>
                    <a:pt x="10288" y="596"/>
                    <a:pt x="10759" y="1042"/>
                    <a:pt x="10759" y="1612"/>
                  </a:cubicBezTo>
                  <a:lnTo>
                    <a:pt x="10759" y="5777"/>
                  </a:lnTo>
                  <a:lnTo>
                    <a:pt x="10140" y="5777"/>
                  </a:lnTo>
                  <a:lnTo>
                    <a:pt x="10140" y="2405"/>
                  </a:lnTo>
                  <a:cubicBezTo>
                    <a:pt x="10140" y="2182"/>
                    <a:pt x="9966" y="2009"/>
                    <a:pt x="9743" y="2009"/>
                  </a:cubicBezTo>
                  <a:lnTo>
                    <a:pt x="1637" y="2009"/>
                  </a:lnTo>
                  <a:cubicBezTo>
                    <a:pt x="1389" y="2009"/>
                    <a:pt x="1215" y="2182"/>
                    <a:pt x="1215" y="2405"/>
                  </a:cubicBezTo>
                  <a:lnTo>
                    <a:pt x="1215" y="16461"/>
                  </a:lnTo>
                  <a:cubicBezTo>
                    <a:pt x="1215" y="16684"/>
                    <a:pt x="1389" y="16858"/>
                    <a:pt x="1637" y="16858"/>
                  </a:cubicBezTo>
                  <a:lnTo>
                    <a:pt x="9743" y="16858"/>
                  </a:lnTo>
                  <a:cubicBezTo>
                    <a:pt x="9966" y="16858"/>
                    <a:pt x="10140" y="16684"/>
                    <a:pt x="10140" y="16461"/>
                  </a:cubicBezTo>
                  <a:lnTo>
                    <a:pt x="10140" y="9297"/>
                  </a:lnTo>
                  <a:lnTo>
                    <a:pt x="10759" y="9297"/>
                  </a:lnTo>
                  <a:lnTo>
                    <a:pt x="10759" y="12296"/>
                  </a:lnTo>
                  <a:cubicBezTo>
                    <a:pt x="10734" y="12507"/>
                    <a:pt x="10889" y="12613"/>
                    <a:pt x="11044" y="12613"/>
                  </a:cubicBezTo>
                  <a:cubicBezTo>
                    <a:pt x="11199" y="12613"/>
                    <a:pt x="11354" y="12507"/>
                    <a:pt x="11329" y="12296"/>
                  </a:cubicBezTo>
                  <a:lnTo>
                    <a:pt x="11329" y="9247"/>
                  </a:lnTo>
                  <a:cubicBezTo>
                    <a:pt x="12024" y="8950"/>
                    <a:pt x="11999" y="7934"/>
                    <a:pt x="11280" y="7710"/>
                  </a:cubicBezTo>
                  <a:lnTo>
                    <a:pt x="11701" y="7115"/>
                  </a:lnTo>
                  <a:cubicBezTo>
                    <a:pt x="12024" y="6669"/>
                    <a:pt x="11850" y="6050"/>
                    <a:pt x="11329" y="5851"/>
                  </a:cubicBezTo>
                  <a:lnTo>
                    <a:pt x="11329" y="5826"/>
                  </a:lnTo>
                  <a:lnTo>
                    <a:pt x="11329" y="1612"/>
                  </a:lnTo>
                  <a:cubicBezTo>
                    <a:pt x="11329" y="720"/>
                    <a:pt x="10611" y="1"/>
                    <a:pt x="9743" y="1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3" name="Google Shape;2042;p46">
            <a:extLst>
              <a:ext uri="{FF2B5EF4-FFF2-40B4-BE49-F238E27FC236}">
                <a16:creationId xmlns:a16="http://schemas.microsoft.com/office/drawing/2014/main" id="{511EA8C7-D9C0-323F-FC5A-F0BB191BF190}"/>
              </a:ext>
            </a:extLst>
          </p:cNvPr>
          <p:cNvGrpSpPr/>
          <p:nvPr/>
        </p:nvGrpSpPr>
        <p:grpSpPr>
          <a:xfrm flipH="1">
            <a:off x="4029995" y="3660791"/>
            <a:ext cx="558951" cy="561830"/>
            <a:chOff x="6146750" y="1202600"/>
            <a:chExt cx="505100" cy="488825"/>
          </a:xfrm>
        </p:grpSpPr>
        <p:sp>
          <p:nvSpPr>
            <p:cNvPr id="2403" name="Google Shape;2043;p46">
              <a:extLst>
                <a:ext uri="{FF2B5EF4-FFF2-40B4-BE49-F238E27FC236}">
                  <a16:creationId xmlns:a16="http://schemas.microsoft.com/office/drawing/2014/main" id="{6126B5A7-6816-F974-7CE7-FD93D85E7A27}"/>
                </a:ext>
              </a:extLst>
            </p:cNvPr>
            <p:cNvSpPr/>
            <p:nvPr/>
          </p:nvSpPr>
          <p:spPr>
            <a:xfrm>
              <a:off x="6280600" y="1434825"/>
              <a:ext cx="35975" cy="63250"/>
            </a:xfrm>
            <a:custGeom>
              <a:avLst/>
              <a:gdLst/>
              <a:ahLst/>
              <a:cxnLst/>
              <a:rect l="l" t="t" r="r" b="b"/>
              <a:pathLst>
                <a:path w="1439" h="2530" extrusionOk="0">
                  <a:moveTo>
                    <a:pt x="1" y="1"/>
                  </a:moveTo>
                  <a:lnTo>
                    <a:pt x="1" y="2530"/>
                  </a:lnTo>
                  <a:lnTo>
                    <a:pt x="1439" y="2530"/>
                  </a:lnTo>
                  <a:lnTo>
                    <a:pt x="1439" y="1"/>
                  </a:lnTo>
                  <a:close/>
                </a:path>
              </a:pathLst>
            </a:custGeom>
            <a:solidFill>
              <a:srgbClr val="C4E0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044;p46">
              <a:extLst>
                <a:ext uri="{FF2B5EF4-FFF2-40B4-BE49-F238E27FC236}">
                  <a16:creationId xmlns:a16="http://schemas.microsoft.com/office/drawing/2014/main" id="{B2997D58-7651-D4B0-041C-A20C3B982347}"/>
                </a:ext>
              </a:extLst>
            </p:cNvPr>
            <p:cNvSpPr/>
            <p:nvPr/>
          </p:nvSpPr>
          <p:spPr>
            <a:xfrm>
              <a:off x="6280600" y="1434825"/>
              <a:ext cx="18000" cy="63250"/>
            </a:xfrm>
            <a:custGeom>
              <a:avLst/>
              <a:gdLst/>
              <a:ahLst/>
              <a:cxnLst/>
              <a:rect l="l" t="t" r="r" b="b"/>
              <a:pathLst>
                <a:path w="720" h="2530" extrusionOk="0">
                  <a:moveTo>
                    <a:pt x="1" y="1"/>
                  </a:moveTo>
                  <a:lnTo>
                    <a:pt x="1" y="2530"/>
                  </a:lnTo>
                  <a:lnTo>
                    <a:pt x="720" y="2530"/>
                  </a:lnTo>
                  <a:lnTo>
                    <a:pt x="720" y="1"/>
                  </a:lnTo>
                  <a:close/>
                </a:path>
              </a:pathLst>
            </a:custGeom>
            <a:solidFill>
              <a:srgbClr val="72BB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045;p46">
              <a:extLst>
                <a:ext uri="{FF2B5EF4-FFF2-40B4-BE49-F238E27FC236}">
                  <a16:creationId xmlns:a16="http://schemas.microsoft.com/office/drawing/2014/main" id="{E83244CC-5F91-84F3-8085-26D48666C21A}"/>
                </a:ext>
              </a:extLst>
            </p:cNvPr>
            <p:cNvSpPr/>
            <p:nvPr/>
          </p:nvSpPr>
          <p:spPr>
            <a:xfrm>
              <a:off x="6206250" y="1434825"/>
              <a:ext cx="42775" cy="63250"/>
            </a:xfrm>
            <a:custGeom>
              <a:avLst/>
              <a:gdLst/>
              <a:ahLst/>
              <a:cxnLst/>
              <a:rect l="l" t="t" r="r" b="b"/>
              <a:pathLst>
                <a:path w="1711" h="2530" extrusionOk="0">
                  <a:moveTo>
                    <a:pt x="893" y="1"/>
                  </a:moveTo>
                  <a:cubicBezTo>
                    <a:pt x="422" y="1"/>
                    <a:pt x="25" y="373"/>
                    <a:pt x="0" y="844"/>
                  </a:cubicBezTo>
                  <a:lnTo>
                    <a:pt x="0" y="2530"/>
                  </a:lnTo>
                  <a:lnTo>
                    <a:pt x="1711" y="2530"/>
                  </a:lnTo>
                  <a:lnTo>
                    <a:pt x="1711" y="1"/>
                  </a:lnTo>
                  <a:close/>
                </a:path>
              </a:pathLst>
            </a:custGeom>
            <a:solidFill>
              <a:srgbClr val="72BB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046;p46">
              <a:extLst>
                <a:ext uri="{FF2B5EF4-FFF2-40B4-BE49-F238E27FC236}">
                  <a16:creationId xmlns:a16="http://schemas.microsoft.com/office/drawing/2014/main" id="{BA7A355A-FF36-6C1C-BD87-4CF47F27CFAD}"/>
                </a:ext>
              </a:extLst>
            </p:cNvPr>
            <p:cNvSpPr/>
            <p:nvPr/>
          </p:nvSpPr>
          <p:spPr>
            <a:xfrm>
              <a:off x="6348150" y="1434825"/>
              <a:ext cx="35350" cy="63250"/>
            </a:xfrm>
            <a:custGeom>
              <a:avLst/>
              <a:gdLst/>
              <a:ahLst/>
              <a:cxnLst/>
              <a:rect l="l" t="t" r="r" b="b"/>
              <a:pathLst>
                <a:path w="1414" h="2530" extrusionOk="0">
                  <a:moveTo>
                    <a:pt x="1" y="1"/>
                  </a:moveTo>
                  <a:lnTo>
                    <a:pt x="1" y="2530"/>
                  </a:lnTo>
                  <a:lnTo>
                    <a:pt x="1414" y="2530"/>
                  </a:lnTo>
                  <a:lnTo>
                    <a:pt x="1414" y="1"/>
                  </a:lnTo>
                  <a:close/>
                </a:path>
              </a:pathLst>
            </a:custGeom>
            <a:solidFill>
              <a:srgbClr val="C4E0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047;p46">
              <a:extLst>
                <a:ext uri="{FF2B5EF4-FFF2-40B4-BE49-F238E27FC236}">
                  <a16:creationId xmlns:a16="http://schemas.microsoft.com/office/drawing/2014/main" id="{A3CE491B-EA20-9F48-1FC2-BAE776BF6673}"/>
                </a:ext>
              </a:extLst>
            </p:cNvPr>
            <p:cNvSpPr/>
            <p:nvPr/>
          </p:nvSpPr>
          <p:spPr>
            <a:xfrm>
              <a:off x="6415725" y="1434825"/>
              <a:ext cx="35350" cy="63250"/>
            </a:xfrm>
            <a:custGeom>
              <a:avLst/>
              <a:gdLst/>
              <a:ahLst/>
              <a:cxnLst/>
              <a:rect l="l" t="t" r="r" b="b"/>
              <a:pathLst>
                <a:path w="1414" h="2530" extrusionOk="0">
                  <a:moveTo>
                    <a:pt x="0" y="1"/>
                  </a:moveTo>
                  <a:lnTo>
                    <a:pt x="0" y="2530"/>
                  </a:lnTo>
                  <a:lnTo>
                    <a:pt x="1413" y="2530"/>
                  </a:lnTo>
                  <a:lnTo>
                    <a:pt x="1413" y="1"/>
                  </a:lnTo>
                  <a:close/>
                </a:path>
              </a:pathLst>
            </a:custGeom>
            <a:solidFill>
              <a:srgbClr val="C4E0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048;p46">
              <a:extLst>
                <a:ext uri="{FF2B5EF4-FFF2-40B4-BE49-F238E27FC236}">
                  <a16:creationId xmlns:a16="http://schemas.microsoft.com/office/drawing/2014/main" id="{5FE2E0D0-AC00-214F-C511-5F2E104D714C}"/>
                </a:ext>
              </a:extLst>
            </p:cNvPr>
            <p:cNvSpPr/>
            <p:nvPr/>
          </p:nvSpPr>
          <p:spPr>
            <a:xfrm>
              <a:off x="6550200" y="1434825"/>
              <a:ext cx="42775" cy="63250"/>
            </a:xfrm>
            <a:custGeom>
              <a:avLst/>
              <a:gdLst/>
              <a:ahLst/>
              <a:cxnLst/>
              <a:rect l="l" t="t" r="r" b="b"/>
              <a:pathLst>
                <a:path w="1711" h="2530" extrusionOk="0">
                  <a:moveTo>
                    <a:pt x="0" y="1"/>
                  </a:moveTo>
                  <a:lnTo>
                    <a:pt x="0" y="2530"/>
                  </a:lnTo>
                  <a:lnTo>
                    <a:pt x="1711" y="2530"/>
                  </a:lnTo>
                  <a:lnTo>
                    <a:pt x="1711" y="844"/>
                  </a:lnTo>
                  <a:cubicBezTo>
                    <a:pt x="1686" y="373"/>
                    <a:pt x="1289" y="1"/>
                    <a:pt x="818" y="1"/>
                  </a:cubicBezTo>
                  <a:close/>
                </a:path>
              </a:pathLst>
            </a:custGeom>
            <a:solidFill>
              <a:srgbClr val="C4E0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049;p46">
              <a:extLst>
                <a:ext uri="{FF2B5EF4-FFF2-40B4-BE49-F238E27FC236}">
                  <a16:creationId xmlns:a16="http://schemas.microsoft.com/office/drawing/2014/main" id="{BC58192B-2F19-97CA-7863-C5C265D90F9F}"/>
                </a:ext>
              </a:extLst>
            </p:cNvPr>
            <p:cNvSpPr/>
            <p:nvPr/>
          </p:nvSpPr>
          <p:spPr>
            <a:xfrm>
              <a:off x="6482650" y="1434825"/>
              <a:ext cx="35975" cy="63250"/>
            </a:xfrm>
            <a:custGeom>
              <a:avLst/>
              <a:gdLst/>
              <a:ahLst/>
              <a:cxnLst/>
              <a:rect l="l" t="t" r="r" b="b"/>
              <a:pathLst>
                <a:path w="1439" h="2530" extrusionOk="0">
                  <a:moveTo>
                    <a:pt x="0" y="1"/>
                  </a:moveTo>
                  <a:lnTo>
                    <a:pt x="0" y="2530"/>
                  </a:lnTo>
                  <a:lnTo>
                    <a:pt x="1438" y="2530"/>
                  </a:lnTo>
                  <a:lnTo>
                    <a:pt x="1438" y="1"/>
                  </a:lnTo>
                  <a:close/>
                </a:path>
              </a:pathLst>
            </a:custGeom>
            <a:solidFill>
              <a:srgbClr val="C4E0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050;p46">
              <a:extLst>
                <a:ext uri="{FF2B5EF4-FFF2-40B4-BE49-F238E27FC236}">
                  <a16:creationId xmlns:a16="http://schemas.microsoft.com/office/drawing/2014/main" id="{163FC201-7E42-0489-7F78-696CB8AF02CE}"/>
                </a:ext>
              </a:extLst>
            </p:cNvPr>
            <p:cNvSpPr/>
            <p:nvPr/>
          </p:nvSpPr>
          <p:spPr>
            <a:xfrm>
              <a:off x="6449800" y="1328250"/>
              <a:ext cx="34100" cy="174175"/>
            </a:xfrm>
            <a:custGeom>
              <a:avLst/>
              <a:gdLst/>
              <a:ahLst/>
              <a:cxnLst/>
              <a:rect l="l" t="t" r="r" b="b"/>
              <a:pathLst>
                <a:path w="1364" h="6967" extrusionOk="0">
                  <a:moveTo>
                    <a:pt x="0" y="0"/>
                  </a:moveTo>
                  <a:lnTo>
                    <a:pt x="0" y="6966"/>
                  </a:lnTo>
                  <a:lnTo>
                    <a:pt x="1364" y="6966"/>
                  </a:lnTo>
                  <a:lnTo>
                    <a:pt x="1364" y="149"/>
                  </a:lnTo>
                  <a:cubicBezTo>
                    <a:pt x="918" y="75"/>
                    <a:pt x="471" y="25"/>
                    <a:pt x="0" y="0"/>
                  </a:cubicBez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051;p46">
              <a:extLst>
                <a:ext uri="{FF2B5EF4-FFF2-40B4-BE49-F238E27FC236}">
                  <a16:creationId xmlns:a16="http://schemas.microsoft.com/office/drawing/2014/main" id="{42686913-A955-42D6-7AF9-9FD1FE82524E}"/>
                </a:ext>
              </a:extLst>
            </p:cNvPr>
            <p:cNvSpPr/>
            <p:nvPr/>
          </p:nvSpPr>
          <p:spPr>
            <a:xfrm>
              <a:off x="6517350" y="1337550"/>
              <a:ext cx="33500" cy="164875"/>
            </a:xfrm>
            <a:custGeom>
              <a:avLst/>
              <a:gdLst/>
              <a:ahLst/>
              <a:cxnLst/>
              <a:rect l="l" t="t" r="r" b="b"/>
              <a:pathLst>
                <a:path w="1340" h="6595" extrusionOk="0">
                  <a:moveTo>
                    <a:pt x="1" y="0"/>
                  </a:moveTo>
                  <a:lnTo>
                    <a:pt x="1" y="6594"/>
                  </a:lnTo>
                  <a:lnTo>
                    <a:pt x="1339" y="6594"/>
                  </a:lnTo>
                  <a:lnTo>
                    <a:pt x="1339" y="322"/>
                  </a:lnTo>
                  <a:cubicBezTo>
                    <a:pt x="918" y="198"/>
                    <a:pt x="472" y="99"/>
                    <a:pt x="1" y="0"/>
                  </a:cubicBez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052;p46">
              <a:extLst>
                <a:ext uri="{FF2B5EF4-FFF2-40B4-BE49-F238E27FC236}">
                  <a16:creationId xmlns:a16="http://schemas.microsoft.com/office/drawing/2014/main" id="{01A62408-0703-FFEA-52BC-918ACE686AED}"/>
                </a:ext>
              </a:extLst>
            </p:cNvPr>
            <p:cNvSpPr/>
            <p:nvPr/>
          </p:nvSpPr>
          <p:spPr>
            <a:xfrm>
              <a:off x="6382875" y="1325775"/>
              <a:ext cx="33475" cy="176650"/>
            </a:xfrm>
            <a:custGeom>
              <a:avLst/>
              <a:gdLst/>
              <a:ahLst/>
              <a:cxnLst/>
              <a:rect l="l" t="t" r="r" b="b"/>
              <a:pathLst>
                <a:path w="1339" h="7066" extrusionOk="0">
                  <a:moveTo>
                    <a:pt x="0" y="0"/>
                  </a:moveTo>
                  <a:lnTo>
                    <a:pt x="0" y="7065"/>
                  </a:lnTo>
                  <a:lnTo>
                    <a:pt x="1339" y="7065"/>
                  </a:lnTo>
                  <a:lnTo>
                    <a:pt x="1339" y="0"/>
                  </a:ln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053;p46">
              <a:extLst>
                <a:ext uri="{FF2B5EF4-FFF2-40B4-BE49-F238E27FC236}">
                  <a16:creationId xmlns:a16="http://schemas.microsoft.com/office/drawing/2014/main" id="{DF2F2AE2-F911-A162-C347-562036F32F6F}"/>
                </a:ext>
              </a:extLst>
            </p:cNvPr>
            <p:cNvSpPr/>
            <p:nvPr/>
          </p:nvSpPr>
          <p:spPr>
            <a:xfrm>
              <a:off x="6315325" y="1327625"/>
              <a:ext cx="33475" cy="174175"/>
            </a:xfrm>
            <a:custGeom>
              <a:avLst/>
              <a:gdLst/>
              <a:ahLst/>
              <a:cxnLst/>
              <a:rect l="l" t="t" r="r" b="b"/>
              <a:pathLst>
                <a:path w="1339" h="6967" extrusionOk="0">
                  <a:moveTo>
                    <a:pt x="1339" y="0"/>
                  </a:moveTo>
                  <a:cubicBezTo>
                    <a:pt x="893" y="50"/>
                    <a:pt x="446" y="100"/>
                    <a:pt x="0" y="149"/>
                  </a:cubicBezTo>
                  <a:lnTo>
                    <a:pt x="0" y="6966"/>
                  </a:lnTo>
                  <a:lnTo>
                    <a:pt x="1339" y="6966"/>
                  </a:lnTo>
                  <a:lnTo>
                    <a:pt x="1339" y="0"/>
                  </a:ln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054;p46">
              <a:extLst>
                <a:ext uri="{FF2B5EF4-FFF2-40B4-BE49-F238E27FC236}">
                  <a16:creationId xmlns:a16="http://schemas.microsoft.com/office/drawing/2014/main" id="{FC5FDF01-3878-AC3C-9416-48A2F79CC831}"/>
                </a:ext>
              </a:extLst>
            </p:cNvPr>
            <p:cNvSpPr/>
            <p:nvPr/>
          </p:nvSpPr>
          <p:spPr>
            <a:xfrm>
              <a:off x="6248375" y="1337550"/>
              <a:ext cx="33500" cy="164875"/>
            </a:xfrm>
            <a:custGeom>
              <a:avLst/>
              <a:gdLst/>
              <a:ahLst/>
              <a:cxnLst/>
              <a:rect l="l" t="t" r="r" b="b"/>
              <a:pathLst>
                <a:path w="1340" h="6595" extrusionOk="0">
                  <a:moveTo>
                    <a:pt x="1339" y="0"/>
                  </a:moveTo>
                  <a:cubicBezTo>
                    <a:pt x="868" y="99"/>
                    <a:pt x="422" y="198"/>
                    <a:pt x="1" y="322"/>
                  </a:cubicBezTo>
                  <a:lnTo>
                    <a:pt x="1" y="6594"/>
                  </a:lnTo>
                  <a:lnTo>
                    <a:pt x="1339" y="6594"/>
                  </a:lnTo>
                  <a:lnTo>
                    <a:pt x="1339" y="0"/>
                  </a:ln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055;p46">
              <a:extLst>
                <a:ext uri="{FF2B5EF4-FFF2-40B4-BE49-F238E27FC236}">
                  <a16:creationId xmlns:a16="http://schemas.microsoft.com/office/drawing/2014/main" id="{797F7115-C881-53B1-674A-C435A1D0EC82}"/>
                </a:ext>
              </a:extLst>
            </p:cNvPr>
            <p:cNvSpPr/>
            <p:nvPr/>
          </p:nvSpPr>
          <p:spPr>
            <a:xfrm>
              <a:off x="6449800" y="1327625"/>
              <a:ext cx="19225" cy="174800"/>
            </a:xfrm>
            <a:custGeom>
              <a:avLst/>
              <a:gdLst/>
              <a:ahLst/>
              <a:cxnLst/>
              <a:rect l="l" t="t" r="r" b="b"/>
              <a:pathLst>
                <a:path w="769" h="6992" extrusionOk="0">
                  <a:moveTo>
                    <a:pt x="0" y="0"/>
                  </a:moveTo>
                  <a:lnTo>
                    <a:pt x="0" y="6991"/>
                  </a:lnTo>
                  <a:lnTo>
                    <a:pt x="769" y="6991"/>
                  </a:lnTo>
                  <a:lnTo>
                    <a:pt x="769" y="75"/>
                  </a:lnTo>
                  <a:cubicBezTo>
                    <a:pt x="521" y="50"/>
                    <a:pt x="273" y="25"/>
                    <a:pt x="0" y="0"/>
                  </a:cubicBezTo>
                  <a:close/>
                </a:path>
              </a:pathLst>
            </a:custGeom>
            <a:solidFill>
              <a:srgbClr val="C3BE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056;p46">
              <a:extLst>
                <a:ext uri="{FF2B5EF4-FFF2-40B4-BE49-F238E27FC236}">
                  <a16:creationId xmlns:a16="http://schemas.microsoft.com/office/drawing/2014/main" id="{6094609E-8390-F9BB-40D6-7F8F58AD6EB0}"/>
                </a:ext>
              </a:extLst>
            </p:cNvPr>
            <p:cNvSpPr/>
            <p:nvPr/>
          </p:nvSpPr>
          <p:spPr>
            <a:xfrm>
              <a:off x="6517350" y="1337550"/>
              <a:ext cx="18625" cy="164875"/>
            </a:xfrm>
            <a:custGeom>
              <a:avLst/>
              <a:gdLst/>
              <a:ahLst/>
              <a:cxnLst/>
              <a:rect l="l" t="t" r="r" b="b"/>
              <a:pathLst>
                <a:path w="745" h="6595" extrusionOk="0">
                  <a:moveTo>
                    <a:pt x="1" y="0"/>
                  </a:moveTo>
                  <a:lnTo>
                    <a:pt x="1" y="6594"/>
                  </a:lnTo>
                  <a:lnTo>
                    <a:pt x="744" y="6594"/>
                  </a:lnTo>
                  <a:lnTo>
                    <a:pt x="744" y="174"/>
                  </a:lnTo>
                  <a:cubicBezTo>
                    <a:pt x="496" y="124"/>
                    <a:pt x="248" y="50"/>
                    <a:pt x="1" y="0"/>
                  </a:cubicBezTo>
                  <a:close/>
                </a:path>
              </a:pathLst>
            </a:custGeom>
            <a:solidFill>
              <a:srgbClr val="C3BE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057;p46">
              <a:extLst>
                <a:ext uri="{FF2B5EF4-FFF2-40B4-BE49-F238E27FC236}">
                  <a16:creationId xmlns:a16="http://schemas.microsoft.com/office/drawing/2014/main" id="{B8A02D43-E6C6-1F4A-D16E-8646518FF480}"/>
                </a:ext>
              </a:extLst>
            </p:cNvPr>
            <p:cNvSpPr/>
            <p:nvPr/>
          </p:nvSpPr>
          <p:spPr>
            <a:xfrm>
              <a:off x="6382875" y="1325775"/>
              <a:ext cx="18600" cy="176650"/>
            </a:xfrm>
            <a:custGeom>
              <a:avLst/>
              <a:gdLst/>
              <a:ahLst/>
              <a:cxnLst/>
              <a:rect l="l" t="t" r="r" b="b"/>
              <a:pathLst>
                <a:path w="744" h="7066" extrusionOk="0">
                  <a:moveTo>
                    <a:pt x="0" y="0"/>
                  </a:moveTo>
                  <a:lnTo>
                    <a:pt x="0" y="7065"/>
                  </a:lnTo>
                  <a:lnTo>
                    <a:pt x="744" y="7065"/>
                  </a:lnTo>
                  <a:lnTo>
                    <a:pt x="744" y="0"/>
                  </a:lnTo>
                  <a:close/>
                </a:path>
              </a:pathLst>
            </a:custGeom>
            <a:solidFill>
              <a:srgbClr val="C3BE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058;p46">
              <a:extLst>
                <a:ext uri="{FF2B5EF4-FFF2-40B4-BE49-F238E27FC236}">
                  <a16:creationId xmlns:a16="http://schemas.microsoft.com/office/drawing/2014/main" id="{90587822-16E2-B354-6270-A1BA873A117B}"/>
                </a:ext>
              </a:extLst>
            </p:cNvPr>
            <p:cNvSpPr/>
            <p:nvPr/>
          </p:nvSpPr>
          <p:spPr>
            <a:xfrm>
              <a:off x="6315325" y="1328850"/>
              <a:ext cx="19225" cy="172950"/>
            </a:xfrm>
            <a:custGeom>
              <a:avLst/>
              <a:gdLst/>
              <a:ahLst/>
              <a:cxnLst/>
              <a:rect l="l" t="t" r="r" b="b"/>
              <a:pathLst>
                <a:path w="769" h="6918" extrusionOk="0">
                  <a:moveTo>
                    <a:pt x="769" y="1"/>
                  </a:moveTo>
                  <a:cubicBezTo>
                    <a:pt x="496" y="51"/>
                    <a:pt x="248" y="75"/>
                    <a:pt x="0" y="100"/>
                  </a:cubicBezTo>
                  <a:lnTo>
                    <a:pt x="0" y="6917"/>
                  </a:lnTo>
                  <a:lnTo>
                    <a:pt x="769" y="6917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C3BE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059;p46">
              <a:extLst>
                <a:ext uri="{FF2B5EF4-FFF2-40B4-BE49-F238E27FC236}">
                  <a16:creationId xmlns:a16="http://schemas.microsoft.com/office/drawing/2014/main" id="{51F0202B-32A3-50A5-A07A-31A0D09F1882}"/>
                </a:ext>
              </a:extLst>
            </p:cNvPr>
            <p:cNvSpPr/>
            <p:nvPr/>
          </p:nvSpPr>
          <p:spPr>
            <a:xfrm>
              <a:off x="6247775" y="1340625"/>
              <a:ext cx="19225" cy="161800"/>
            </a:xfrm>
            <a:custGeom>
              <a:avLst/>
              <a:gdLst/>
              <a:ahLst/>
              <a:cxnLst/>
              <a:rect l="l" t="t" r="r" b="b"/>
              <a:pathLst>
                <a:path w="769" h="6472" extrusionOk="0">
                  <a:moveTo>
                    <a:pt x="768" y="1"/>
                  </a:moveTo>
                  <a:cubicBezTo>
                    <a:pt x="521" y="75"/>
                    <a:pt x="248" y="125"/>
                    <a:pt x="0" y="199"/>
                  </a:cubicBezTo>
                  <a:lnTo>
                    <a:pt x="0" y="6471"/>
                  </a:lnTo>
                  <a:lnTo>
                    <a:pt x="768" y="6471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C3BE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060;p46">
              <a:extLst>
                <a:ext uri="{FF2B5EF4-FFF2-40B4-BE49-F238E27FC236}">
                  <a16:creationId xmlns:a16="http://schemas.microsoft.com/office/drawing/2014/main" id="{F4474AFB-0222-ECBC-2525-37170701CFD7}"/>
                </a:ext>
              </a:extLst>
            </p:cNvPr>
            <p:cNvSpPr/>
            <p:nvPr/>
          </p:nvSpPr>
          <p:spPr>
            <a:xfrm>
              <a:off x="6206250" y="1297250"/>
              <a:ext cx="386125" cy="64475"/>
            </a:xfrm>
            <a:custGeom>
              <a:avLst/>
              <a:gdLst/>
              <a:ahLst/>
              <a:cxnLst/>
              <a:rect l="l" t="t" r="r" b="b"/>
              <a:pathLst>
                <a:path w="15445" h="2579" extrusionOk="0">
                  <a:moveTo>
                    <a:pt x="7722" y="1"/>
                  </a:moveTo>
                  <a:cubicBezTo>
                    <a:pt x="5119" y="1"/>
                    <a:pt x="2516" y="397"/>
                    <a:pt x="0" y="1191"/>
                  </a:cubicBezTo>
                  <a:lnTo>
                    <a:pt x="0" y="2579"/>
                  </a:lnTo>
                  <a:cubicBezTo>
                    <a:pt x="2504" y="1736"/>
                    <a:pt x="5113" y="1315"/>
                    <a:pt x="7722" y="1315"/>
                  </a:cubicBezTo>
                  <a:cubicBezTo>
                    <a:pt x="10331" y="1315"/>
                    <a:pt x="12940" y="1736"/>
                    <a:pt x="15444" y="2579"/>
                  </a:cubicBezTo>
                  <a:lnTo>
                    <a:pt x="15444" y="1191"/>
                  </a:lnTo>
                  <a:cubicBezTo>
                    <a:pt x="12928" y="397"/>
                    <a:pt x="10325" y="1"/>
                    <a:pt x="77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061;p46">
              <a:extLst>
                <a:ext uri="{FF2B5EF4-FFF2-40B4-BE49-F238E27FC236}">
                  <a16:creationId xmlns:a16="http://schemas.microsoft.com/office/drawing/2014/main" id="{6C5EFC8C-B9D6-F0B2-BC92-8B33DCED0A0A}"/>
                </a:ext>
              </a:extLst>
            </p:cNvPr>
            <p:cNvSpPr/>
            <p:nvPr/>
          </p:nvSpPr>
          <p:spPr>
            <a:xfrm>
              <a:off x="6206250" y="1312750"/>
              <a:ext cx="386125" cy="48975"/>
            </a:xfrm>
            <a:custGeom>
              <a:avLst/>
              <a:gdLst/>
              <a:ahLst/>
              <a:cxnLst/>
              <a:rect l="l" t="t" r="r" b="b"/>
              <a:pathLst>
                <a:path w="15445" h="1959" extrusionOk="0">
                  <a:moveTo>
                    <a:pt x="7722" y="0"/>
                  </a:moveTo>
                  <a:cubicBezTo>
                    <a:pt x="5113" y="0"/>
                    <a:pt x="2504" y="422"/>
                    <a:pt x="0" y="1265"/>
                  </a:cubicBezTo>
                  <a:lnTo>
                    <a:pt x="0" y="1959"/>
                  </a:lnTo>
                  <a:cubicBezTo>
                    <a:pt x="2504" y="1116"/>
                    <a:pt x="5113" y="695"/>
                    <a:pt x="7722" y="695"/>
                  </a:cubicBezTo>
                  <a:cubicBezTo>
                    <a:pt x="10331" y="695"/>
                    <a:pt x="12940" y="1116"/>
                    <a:pt x="15444" y="1959"/>
                  </a:cubicBezTo>
                  <a:lnTo>
                    <a:pt x="15444" y="1265"/>
                  </a:lnTo>
                  <a:cubicBezTo>
                    <a:pt x="12940" y="422"/>
                    <a:pt x="10331" y="0"/>
                    <a:pt x="7722" y="0"/>
                  </a:cubicBez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062;p46">
              <a:extLst>
                <a:ext uri="{FF2B5EF4-FFF2-40B4-BE49-F238E27FC236}">
                  <a16:creationId xmlns:a16="http://schemas.microsoft.com/office/drawing/2014/main" id="{16DFFDCB-1775-5BA8-AD73-A70695E0FD26}"/>
                </a:ext>
              </a:extLst>
            </p:cNvPr>
            <p:cNvSpPr/>
            <p:nvPr/>
          </p:nvSpPr>
          <p:spPr>
            <a:xfrm>
              <a:off x="6201900" y="1530900"/>
              <a:ext cx="394800" cy="61375"/>
            </a:xfrm>
            <a:custGeom>
              <a:avLst/>
              <a:gdLst/>
              <a:ahLst/>
              <a:cxnLst/>
              <a:rect l="l" t="t" r="r" b="b"/>
              <a:pathLst>
                <a:path w="15792" h="2455" extrusionOk="0">
                  <a:moveTo>
                    <a:pt x="1" y="0"/>
                  </a:moveTo>
                  <a:lnTo>
                    <a:pt x="1" y="2455"/>
                  </a:lnTo>
                  <a:lnTo>
                    <a:pt x="15792" y="2455"/>
                  </a:lnTo>
                  <a:lnTo>
                    <a:pt x="15792" y="0"/>
                  </a:ln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063;p46">
              <a:extLst>
                <a:ext uri="{FF2B5EF4-FFF2-40B4-BE49-F238E27FC236}">
                  <a16:creationId xmlns:a16="http://schemas.microsoft.com/office/drawing/2014/main" id="{0A4FE8E8-7374-FDA0-0F7E-1F9A0D712A18}"/>
                </a:ext>
              </a:extLst>
            </p:cNvPr>
            <p:cNvSpPr/>
            <p:nvPr/>
          </p:nvSpPr>
          <p:spPr>
            <a:xfrm>
              <a:off x="6201900" y="1530900"/>
              <a:ext cx="78725" cy="61375"/>
            </a:xfrm>
            <a:custGeom>
              <a:avLst/>
              <a:gdLst/>
              <a:ahLst/>
              <a:cxnLst/>
              <a:rect l="l" t="t" r="r" b="b"/>
              <a:pathLst>
                <a:path w="3149" h="2455" extrusionOk="0">
                  <a:moveTo>
                    <a:pt x="1" y="0"/>
                  </a:moveTo>
                  <a:lnTo>
                    <a:pt x="1" y="2455"/>
                  </a:lnTo>
                  <a:lnTo>
                    <a:pt x="3149" y="2455"/>
                  </a:lnTo>
                  <a:lnTo>
                    <a:pt x="3149" y="0"/>
                  </a:lnTo>
                  <a:close/>
                </a:path>
              </a:pathLst>
            </a:custGeom>
            <a:solidFill>
              <a:srgbClr val="C3BE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064;p46">
              <a:extLst>
                <a:ext uri="{FF2B5EF4-FFF2-40B4-BE49-F238E27FC236}">
                  <a16:creationId xmlns:a16="http://schemas.microsoft.com/office/drawing/2014/main" id="{DB3E5F32-A9A1-A19A-BC3C-B3C2D3E4DC0C}"/>
                </a:ext>
              </a:extLst>
            </p:cNvPr>
            <p:cNvSpPr/>
            <p:nvPr/>
          </p:nvSpPr>
          <p:spPr>
            <a:xfrm>
              <a:off x="6201900" y="1497425"/>
              <a:ext cx="394800" cy="36600"/>
            </a:xfrm>
            <a:custGeom>
              <a:avLst/>
              <a:gdLst/>
              <a:ahLst/>
              <a:cxnLst/>
              <a:rect l="l" t="t" r="r" b="b"/>
              <a:pathLst>
                <a:path w="15792" h="1464" extrusionOk="0">
                  <a:moveTo>
                    <a:pt x="1" y="1"/>
                  </a:moveTo>
                  <a:lnTo>
                    <a:pt x="1" y="1463"/>
                  </a:lnTo>
                  <a:lnTo>
                    <a:pt x="15792" y="1463"/>
                  </a:lnTo>
                  <a:lnTo>
                    <a:pt x="1579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065;p46">
              <a:extLst>
                <a:ext uri="{FF2B5EF4-FFF2-40B4-BE49-F238E27FC236}">
                  <a16:creationId xmlns:a16="http://schemas.microsoft.com/office/drawing/2014/main" id="{EE8C4BFA-E997-57DA-794D-DA10A7FA8735}"/>
                </a:ext>
              </a:extLst>
            </p:cNvPr>
            <p:cNvSpPr/>
            <p:nvPr/>
          </p:nvSpPr>
          <p:spPr>
            <a:xfrm>
              <a:off x="6201900" y="1497425"/>
              <a:ext cx="78725" cy="36600"/>
            </a:xfrm>
            <a:custGeom>
              <a:avLst/>
              <a:gdLst/>
              <a:ahLst/>
              <a:cxnLst/>
              <a:rect l="l" t="t" r="r" b="b"/>
              <a:pathLst>
                <a:path w="3149" h="1464" extrusionOk="0">
                  <a:moveTo>
                    <a:pt x="1" y="1"/>
                  </a:moveTo>
                  <a:lnTo>
                    <a:pt x="1" y="1463"/>
                  </a:lnTo>
                  <a:lnTo>
                    <a:pt x="3149" y="1463"/>
                  </a:lnTo>
                  <a:lnTo>
                    <a:pt x="3149" y="1"/>
                  </a:ln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066;p46">
              <a:extLst>
                <a:ext uri="{FF2B5EF4-FFF2-40B4-BE49-F238E27FC236}">
                  <a16:creationId xmlns:a16="http://schemas.microsoft.com/office/drawing/2014/main" id="{09DC7A50-98AC-F438-FEC1-00AB3347D9F9}"/>
                </a:ext>
              </a:extLst>
            </p:cNvPr>
            <p:cNvSpPr/>
            <p:nvPr/>
          </p:nvSpPr>
          <p:spPr>
            <a:xfrm>
              <a:off x="6591725" y="1269975"/>
              <a:ext cx="36575" cy="374975"/>
            </a:xfrm>
            <a:custGeom>
              <a:avLst/>
              <a:gdLst/>
              <a:ahLst/>
              <a:cxnLst/>
              <a:rect l="l" t="t" r="r" b="b"/>
              <a:pathLst>
                <a:path w="1463" h="14999" extrusionOk="0">
                  <a:moveTo>
                    <a:pt x="0" y="1"/>
                  </a:moveTo>
                  <a:lnTo>
                    <a:pt x="0" y="14999"/>
                  </a:lnTo>
                  <a:lnTo>
                    <a:pt x="1463" y="14999"/>
                  </a:lnTo>
                  <a:lnTo>
                    <a:pt x="1463" y="1"/>
                  </a:lnTo>
                  <a:cubicBezTo>
                    <a:pt x="1289" y="199"/>
                    <a:pt x="1017" y="323"/>
                    <a:pt x="744" y="323"/>
                  </a:cubicBezTo>
                  <a:cubicBezTo>
                    <a:pt x="446" y="323"/>
                    <a:pt x="199" y="199"/>
                    <a:pt x="0" y="1"/>
                  </a:cubicBez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067;p46">
              <a:extLst>
                <a:ext uri="{FF2B5EF4-FFF2-40B4-BE49-F238E27FC236}">
                  <a16:creationId xmlns:a16="http://schemas.microsoft.com/office/drawing/2014/main" id="{25EF38F0-7267-A338-25A0-2DBBC9603CA6}"/>
                </a:ext>
              </a:extLst>
            </p:cNvPr>
            <p:cNvSpPr/>
            <p:nvPr/>
          </p:nvSpPr>
          <p:spPr>
            <a:xfrm>
              <a:off x="6591725" y="1269975"/>
              <a:ext cx="20475" cy="374975"/>
            </a:xfrm>
            <a:custGeom>
              <a:avLst/>
              <a:gdLst/>
              <a:ahLst/>
              <a:cxnLst/>
              <a:rect l="l" t="t" r="r" b="b"/>
              <a:pathLst>
                <a:path w="819" h="14999" extrusionOk="0">
                  <a:moveTo>
                    <a:pt x="0" y="1"/>
                  </a:moveTo>
                  <a:lnTo>
                    <a:pt x="0" y="14999"/>
                  </a:lnTo>
                  <a:lnTo>
                    <a:pt x="818" y="14999"/>
                  </a:lnTo>
                  <a:lnTo>
                    <a:pt x="818" y="323"/>
                  </a:lnTo>
                  <a:lnTo>
                    <a:pt x="744" y="323"/>
                  </a:lnTo>
                  <a:cubicBezTo>
                    <a:pt x="446" y="323"/>
                    <a:pt x="199" y="199"/>
                    <a:pt x="0" y="1"/>
                  </a:cubicBezTo>
                  <a:close/>
                </a:path>
              </a:pathLst>
            </a:custGeom>
            <a:solidFill>
              <a:srgbClr val="C3BE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068;p46">
              <a:extLst>
                <a:ext uri="{FF2B5EF4-FFF2-40B4-BE49-F238E27FC236}">
                  <a16:creationId xmlns:a16="http://schemas.microsoft.com/office/drawing/2014/main" id="{EEA0E4EB-EA9B-BBFB-4974-54FC0C3C970A}"/>
                </a:ext>
              </a:extLst>
            </p:cNvPr>
            <p:cNvSpPr/>
            <p:nvPr/>
          </p:nvSpPr>
          <p:spPr>
            <a:xfrm>
              <a:off x="6170300" y="1269975"/>
              <a:ext cx="37200" cy="374975"/>
            </a:xfrm>
            <a:custGeom>
              <a:avLst/>
              <a:gdLst/>
              <a:ahLst/>
              <a:cxnLst/>
              <a:rect l="l" t="t" r="r" b="b"/>
              <a:pathLst>
                <a:path w="1488" h="14999" extrusionOk="0">
                  <a:moveTo>
                    <a:pt x="0" y="1"/>
                  </a:moveTo>
                  <a:lnTo>
                    <a:pt x="0" y="14999"/>
                  </a:lnTo>
                  <a:lnTo>
                    <a:pt x="1488" y="14999"/>
                  </a:lnTo>
                  <a:lnTo>
                    <a:pt x="1488" y="1"/>
                  </a:lnTo>
                  <a:cubicBezTo>
                    <a:pt x="1289" y="199"/>
                    <a:pt x="1017" y="323"/>
                    <a:pt x="744" y="323"/>
                  </a:cubicBezTo>
                  <a:cubicBezTo>
                    <a:pt x="471" y="323"/>
                    <a:pt x="199" y="199"/>
                    <a:pt x="0" y="1"/>
                  </a:cubicBez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069;p46">
              <a:extLst>
                <a:ext uri="{FF2B5EF4-FFF2-40B4-BE49-F238E27FC236}">
                  <a16:creationId xmlns:a16="http://schemas.microsoft.com/office/drawing/2014/main" id="{66196683-A1CA-9853-9CF4-CDCE7A30F25B}"/>
                </a:ext>
              </a:extLst>
            </p:cNvPr>
            <p:cNvSpPr/>
            <p:nvPr/>
          </p:nvSpPr>
          <p:spPr>
            <a:xfrm>
              <a:off x="6170300" y="1269975"/>
              <a:ext cx="21100" cy="374975"/>
            </a:xfrm>
            <a:custGeom>
              <a:avLst/>
              <a:gdLst/>
              <a:ahLst/>
              <a:cxnLst/>
              <a:rect l="l" t="t" r="r" b="b"/>
              <a:pathLst>
                <a:path w="844" h="14999" extrusionOk="0">
                  <a:moveTo>
                    <a:pt x="0" y="1"/>
                  </a:moveTo>
                  <a:lnTo>
                    <a:pt x="0" y="14999"/>
                  </a:lnTo>
                  <a:lnTo>
                    <a:pt x="843" y="14999"/>
                  </a:lnTo>
                  <a:lnTo>
                    <a:pt x="843" y="323"/>
                  </a:lnTo>
                  <a:lnTo>
                    <a:pt x="744" y="323"/>
                  </a:lnTo>
                  <a:cubicBezTo>
                    <a:pt x="471" y="323"/>
                    <a:pt x="199" y="199"/>
                    <a:pt x="0" y="1"/>
                  </a:cubicBezTo>
                  <a:close/>
                </a:path>
              </a:pathLst>
            </a:custGeom>
            <a:solidFill>
              <a:srgbClr val="C3BE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070;p46">
              <a:extLst>
                <a:ext uri="{FF2B5EF4-FFF2-40B4-BE49-F238E27FC236}">
                  <a16:creationId xmlns:a16="http://schemas.microsoft.com/office/drawing/2014/main" id="{E867FF8C-F472-BB1E-CBDF-0DE10082D076}"/>
                </a:ext>
              </a:extLst>
            </p:cNvPr>
            <p:cNvSpPr/>
            <p:nvPr/>
          </p:nvSpPr>
          <p:spPr>
            <a:xfrm>
              <a:off x="6583650" y="1227850"/>
              <a:ext cx="62000" cy="53125"/>
            </a:xfrm>
            <a:custGeom>
              <a:avLst/>
              <a:gdLst/>
              <a:ahLst/>
              <a:cxnLst/>
              <a:rect l="l" t="t" r="r" b="b"/>
              <a:pathLst>
                <a:path w="2480" h="2125" extrusionOk="0">
                  <a:moveTo>
                    <a:pt x="1067" y="0"/>
                  </a:moveTo>
                  <a:cubicBezTo>
                    <a:pt x="472" y="0"/>
                    <a:pt x="1" y="496"/>
                    <a:pt x="1" y="1066"/>
                  </a:cubicBezTo>
                  <a:cubicBezTo>
                    <a:pt x="1" y="1703"/>
                    <a:pt x="522" y="2124"/>
                    <a:pt x="1066" y="2124"/>
                  </a:cubicBezTo>
                  <a:cubicBezTo>
                    <a:pt x="1327" y="2124"/>
                    <a:pt x="1594" y="2027"/>
                    <a:pt x="1811" y="1810"/>
                  </a:cubicBezTo>
                  <a:cubicBezTo>
                    <a:pt x="2480" y="1141"/>
                    <a:pt x="2009" y="0"/>
                    <a:pt x="10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071;p46">
              <a:extLst>
                <a:ext uri="{FF2B5EF4-FFF2-40B4-BE49-F238E27FC236}">
                  <a16:creationId xmlns:a16="http://schemas.microsoft.com/office/drawing/2014/main" id="{07F8A672-E01C-93C4-74C0-D7814FED7D64}"/>
                </a:ext>
              </a:extLst>
            </p:cNvPr>
            <p:cNvSpPr/>
            <p:nvPr/>
          </p:nvSpPr>
          <p:spPr>
            <a:xfrm>
              <a:off x="6162250" y="1227850"/>
              <a:ext cx="61975" cy="53125"/>
            </a:xfrm>
            <a:custGeom>
              <a:avLst/>
              <a:gdLst/>
              <a:ahLst/>
              <a:cxnLst/>
              <a:rect l="l" t="t" r="r" b="b"/>
              <a:pathLst>
                <a:path w="2479" h="2125" extrusionOk="0">
                  <a:moveTo>
                    <a:pt x="1066" y="0"/>
                  </a:moveTo>
                  <a:cubicBezTo>
                    <a:pt x="496" y="0"/>
                    <a:pt x="0" y="496"/>
                    <a:pt x="0" y="1066"/>
                  </a:cubicBezTo>
                  <a:cubicBezTo>
                    <a:pt x="0" y="1703"/>
                    <a:pt x="521" y="2124"/>
                    <a:pt x="1065" y="2124"/>
                  </a:cubicBezTo>
                  <a:cubicBezTo>
                    <a:pt x="1326" y="2124"/>
                    <a:pt x="1593" y="2027"/>
                    <a:pt x="1810" y="1810"/>
                  </a:cubicBezTo>
                  <a:cubicBezTo>
                    <a:pt x="2479" y="1141"/>
                    <a:pt x="2008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072;p46">
              <a:extLst>
                <a:ext uri="{FF2B5EF4-FFF2-40B4-BE49-F238E27FC236}">
                  <a16:creationId xmlns:a16="http://schemas.microsoft.com/office/drawing/2014/main" id="{BC4BA95B-0A4A-CB80-D48A-351F96E1F00A}"/>
                </a:ext>
              </a:extLst>
            </p:cNvPr>
            <p:cNvSpPr/>
            <p:nvPr/>
          </p:nvSpPr>
          <p:spPr>
            <a:xfrm>
              <a:off x="6574975" y="1228475"/>
              <a:ext cx="47125" cy="53300"/>
            </a:xfrm>
            <a:custGeom>
              <a:avLst/>
              <a:gdLst/>
              <a:ahLst/>
              <a:cxnLst/>
              <a:rect l="l" t="t" r="r" b="b"/>
              <a:pathLst>
                <a:path w="1885" h="2132" extrusionOk="0">
                  <a:moveTo>
                    <a:pt x="1414" y="0"/>
                  </a:moveTo>
                  <a:cubicBezTo>
                    <a:pt x="1" y="0"/>
                    <a:pt x="1" y="2132"/>
                    <a:pt x="1414" y="2132"/>
                  </a:cubicBezTo>
                  <a:cubicBezTo>
                    <a:pt x="1563" y="2132"/>
                    <a:pt x="1736" y="2082"/>
                    <a:pt x="1885" y="2008"/>
                  </a:cubicBezTo>
                  <a:cubicBezTo>
                    <a:pt x="1538" y="1835"/>
                    <a:pt x="1290" y="1463"/>
                    <a:pt x="1315" y="1066"/>
                  </a:cubicBezTo>
                  <a:lnTo>
                    <a:pt x="1315" y="1041"/>
                  </a:lnTo>
                  <a:cubicBezTo>
                    <a:pt x="1315" y="645"/>
                    <a:pt x="1538" y="298"/>
                    <a:pt x="1885" y="124"/>
                  </a:cubicBezTo>
                  <a:cubicBezTo>
                    <a:pt x="1736" y="50"/>
                    <a:pt x="1563" y="0"/>
                    <a:pt x="1414" y="0"/>
                  </a:cubicBez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073;p46">
              <a:extLst>
                <a:ext uri="{FF2B5EF4-FFF2-40B4-BE49-F238E27FC236}">
                  <a16:creationId xmlns:a16="http://schemas.microsoft.com/office/drawing/2014/main" id="{78204692-926D-D2F9-4876-BCC7B11D6B9E}"/>
                </a:ext>
              </a:extLst>
            </p:cNvPr>
            <p:cNvSpPr/>
            <p:nvPr/>
          </p:nvSpPr>
          <p:spPr>
            <a:xfrm>
              <a:off x="6153550" y="1228475"/>
              <a:ext cx="47125" cy="53300"/>
            </a:xfrm>
            <a:custGeom>
              <a:avLst/>
              <a:gdLst/>
              <a:ahLst/>
              <a:cxnLst/>
              <a:rect l="l" t="t" r="r" b="b"/>
              <a:pathLst>
                <a:path w="1885" h="2132" extrusionOk="0">
                  <a:moveTo>
                    <a:pt x="1414" y="0"/>
                  </a:moveTo>
                  <a:cubicBezTo>
                    <a:pt x="1" y="0"/>
                    <a:pt x="1" y="2132"/>
                    <a:pt x="1414" y="2132"/>
                  </a:cubicBezTo>
                  <a:cubicBezTo>
                    <a:pt x="1563" y="2132"/>
                    <a:pt x="1736" y="2082"/>
                    <a:pt x="1885" y="2008"/>
                  </a:cubicBezTo>
                  <a:cubicBezTo>
                    <a:pt x="1513" y="1810"/>
                    <a:pt x="1290" y="1438"/>
                    <a:pt x="1315" y="1041"/>
                  </a:cubicBezTo>
                  <a:cubicBezTo>
                    <a:pt x="1315" y="645"/>
                    <a:pt x="1538" y="298"/>
                    <a:pt x="1885" y="124"/>
                  </a:cubicBezTo>
                  <a:cubicBezTo>
                    <a:pt x="1736" y="50"/>
                    <a:pt x="1563" y="0"/>
                    <a:pt x="1414" y="0"/>
                  </a:cubicBez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074;p46">
              <a:extLst>
                <a:ext uri="{FF2B5EF4-FFF2-40B4-BE49-F238E27FC236}">
                  <a16:creationId xmlns:a16="http://schemas.microsoft.com/office/drawing/2014/main" id="{181AD2B3-A4A6-8E1B-B6C4-EFFD9DA7761C}"/>
                </a:ext>
              </a:extLst>
            </p:cNvPr>
            <p:cNvSpPr/>
            <p:nvPr/>
          </p:nvSpPr>
          <p:spPr>
            <a:xfrm>
              <a:off x="6159150" y="1639975"/>
              <a:ext cx="60125" cy="44650"/>
            </a:xfrm>
            <a:custGeom>
              <a:avLst/>
              <a:gdLst/>
              <a:ahLst/>
              <a:cxnLst/>
              <a:rect l="l" t="t" r="r" b="b"/>
              <a:pathLst>
                <a:path w="2405" h="1786" extrusionOk="0">
                  <a:moveTo>
                    <a:pt x="273" y="0"/>
                  </a:moveTo>
                  <a:cubicBezTo>
                    <a:pt x="124" y="0"/>
                    <a:pt x="0" y="124"/>
                    <a:pt x="0" y="273"/>
                  </a:cubicBezTo>
                  <a:lnTo>
                    <a:pt x="0" y="1512"/>
                  </a:lnTo>
                  <a:cubicBezTo>
                    <a:pt x="0" y="1661"/>
                    <a:pt x="124" y="1785"/>
                    <a:pt x="273" y="1785"/>
                  </a:cubicBezTo>
                  <a:lnTo>
                    <a:pt x="2132" y="1785"/>
                  </a:lnTo>
                  <a:cubicBezTo>
                    <a:pt x="2281" y="1760"/>
                    <a:pt x="2405" y="1661"/>
                    <a:pt x="2405" y="1512"/>
                  </a:cubicBezTo>
                  <a:lnTo>
                    <a:pt x="2405" y="273"/>
                  </a:lnTo>
                  <a:cubicBezTo>
                    <a:pt x="2405" y="124"/>
                    <a:pt x="2281" y="0"/>
                    <a:pt x="21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075;p46">
              <a:extLst>
                <a:ext uri="{FF2B5EF4-FFF2-40B4-BE49-F238E27FC236}">
                  <a16:creationId xmlns:a16="http://schemas.microsoft.com/office/drawing/2014/main" id="{AD3E43EE-3C88-95FE-AEF3-BD6890EC85FA}"/>
                </a:ext>
              </a:extLst>
            </p:cNvPr>
            <p:cNvSpPr/>
            <p:nvPr/>
          </p:nvSpPr>
          <p:spPr>
            <a:xfrm>
              <a:off x="6580575" y="1639975"/>
              <a:ext cx="59500" cy="44650"/>
            </a:xfrm>
            <a:custGeom>
              <a:avLst/>
              <a:gdLst/>
              <a:ahLst/>
              <a:cxnLst/>
              <a:rect l="l" t="t" r="r" b="b"/>
              <a:pathLst>
                <a:path w="2380" h="1786" extrusionOk="0">
                  <a:moveTo>
                    <a:pt x="273" y="0"/>
                  </a:moveTo>
                  <a:cubicBezTo>
                    <a:pt x="124" y="0"/>
                    <a:pt x="0" y="124"/>
                    <a:pt x="0" y="273"/>
                  </a:cubicBezTo>
                  <a:lnTo>
                    <a:pt x="0" y="1512"/>
                  </a:lnTo>
                  <a:cubicBezTo>
                    <a:pt x="0" y="1661"/>
                    <a:pt x="124" y="1785"/>
                    <a:pt x="273" y="1785"/>
                  </a:cubicBezTo>
                  <a:lnTo>
                    <a:pt x="2132" y="1785"/>
                  </a:lnTo>
                  <a:cubicBezTo>
                    <a:pt x="2256" y="1785"/>
                    <a:pt x="2380" y="1661"/>
                    <a:pt x="2380" y="1512"/>
                  </a:cubicBezTo>
                  <a:lnTo>
                    <a:pt x="2380" y="273"/>
                  </a:lnTo>
                  <a:cubicBezTo>
                    <a:pt x="2380" y="124"/>
                    <a:pt x="2256" y="0"/>
                    <a:pt x="21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076;p46">
              <a:extLst>
                <a:ext uri="{FF2B5EF4-FFF2-40B4-BE49-F238E27FC236}">
                  <a16:creationId xmlns:a16="http://schemas.microsoft.com/office/drawing/2014/main" id="{9EA9B3EE-6923-5989-FBF3-0F09B3F9E200}"/>
                </a:ext>
              </a:extLst>
            </p:cNvPr>
            <p:cNvSpPr/>
            <p:nvPr/>
          </p:nvSpPr>
          <p:spPr>
            <a:xfrm>
              <a:off x="6159150" y="1639975"/>
              <a:ext cx="34725" cy="44025"/>
            </a:xfrm>
            <a:custGeom>
              <a:avLst/>
              <a:gdLst/>
              <a:ahLst/>
              <a:cxnLst/>
              <a:rect l="l" t="t" r="r" b="b"/>
              <a:pathLst>
                <a:path w="1389" h="1761" extrusionOk="0">
                  <a:moveTo>
                    <a:pt x="248" y="0"/>
                  </a:moveTo>
                  <a:cubicBezTo>
                    <a:pt x="99" y="0"/>
                    <a:pt x="0" y="124"/>
                    <a:pt x="0" y="248"/>
                  </a:cubicBezTo>
                  <a:lnTo>
                    <a:pt x="0" y="1488"/>
                  </a:lnTo>
                  <a:cubicBezTo>
                    <a:pt x="0" y="1636"/>
                    <a:pt x="99" y="1760"/>
                    <a:pt x="248" y="1760"/>
                  </a:cubicBezTo>
                  <a:lnTo>
                    <a:pt x="1388" y="1760"/>
                  </a:lnTo>
                  <a:cubicBezTo>
                    <a:pt x="1240" y="1760"/>
                    <a:pt x="1116" y="1636"/>
                    <a:pt x="1116" y="1488"/>
                  </a:cubicBezTo>
                  <a:lnTo>
                    <a:pt x="1116" y="248"/>
                  </a:lnTo>
                  <a:cubicBezTo>
                    <a:pt x="1116" y="124"/>
                    <a:pt x="1240" y="0"/>
                    <a:pt x="1388" y="0"/>
                  </a:cubicBez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077;p46">
              <a:extLst>
                <a:ext uri="{FF2B5EF4-FFF2-40B4-BE49-F238E27FC236}">
                  <a16:creationId xmlns:a16="http://schemas.microsoft.com/office/drawing/2014/main" id="{84324D6F-AA31-594F-4BCF-6976FAABE608}"/>
                </a:ext>
              </a:extLst>
            </p:cNvPr>
            <p:cNvSpPr/>
            <p:nvPr/>
          </p:nvSpPr>
          <p:spPr>
            <a:xfrm>
              <a:off x="6579950" y="1639975"/>
              <a:ext cx="34725" cy="44025"/>
            </a:xfrm>
            <a:custGeom>
              <a:avLst/>
              <a:gdLst/>
              <a:ahLst/>
              <a:cxnLst/>
              <a:rect l="l" t="t" r="r" b="b"/>
              <a:pathLst>
                <a:path w="1389" h="1761" extrusionOk="0">
                  <a:moveTo>
                    <a:pt x="273" y="0"/>
                  </a:moveTo>
                  <a:cubicBezTo>
                    <a:pt x="124" y="0"/>
                    <a:pt x="0" y="124"/>
                    <a:pt x="0" y="248"/>
                  </a:cubicBezTo>
                  <a:lnTo>
                    <a:pt x="0" y="1488"/>
                  </a:lnTo>
                  <a:cubicBezTo>
                    <a:pt x="0" y="1636"/>
                    <a:pt x="124" y="1760"/>
                    <a:pt x="273" y="1760"/>
                  </a:cubicBezTo>
                  <a:lnTo>
                    <a:pt x="1388" y="1760"/>
                  </a:lnTo>
                  <a:cubicBezTo>
                    <a:pt x="1240" y="1760"/>
                    <a:pt x="1116" y="1636"/>
                    <a:pt x="1116" y="1488"/>
                  </a:cubicBezTo>
                  <a:lnTo>
                    <a:pt x="1116" y="248"/>
                  </a:lnTo>
                  <a:cubicBezTo>
                    <a:pt x="1116" y="124"/>
                    <a:pt x="1240" y="0"/>
                    <a:pt x="1388" y="0"/>
                  </a:cubicBezTo>
                  <a:close/>
                </a:path>
              </a:pathLst>
            </a:custGeom>
            <a:solidFill>
              <a:srgbClr val="E2D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078;p46">
              <a:extLst>
                <a:ext uri="{FF2B5EF4-FFF2-40B4-BE49-F238E27FC236}">
                  <a16:creationId xmlns:a16="http://schemas.microsoft.com/office/drawing/2014/main" id="{1F59C4C7-A3F5-0AE3-C0A4-5752D69AD647}"/>
                </a:ext>
              </a:extLst>
            </p:cNvPr>
            <p:cNvSpPr/>
            <p:nvPr/>
          </p:nvSpPr>
          <p:spPr>
            <a:xfrm>
              <a:off x="6146750" y="1202600"/>
              <a:ext cx="505100" cy="488825"/>
            </a:xfrm>
            <a:custGeom>
              <a:avLst/>
              <a:gdLst/>
              <a:ahLst/>
              <a:cxnLst/>
              <a:rect l="l" t="t" r="r" b="b"/>
              <a:pathLst>
                <a:path w="20204" h="19553" extrusionOk="0">
                  <a:moveTo>
                    <a:pt x="1686" y="1308"/>
                  </a:moveTo>
                  <a:cubicBezTo>
                    <a:pt x="2380" y="1308"/>
                    <a:pt x="2727" y="2151"/>
                    <a:pt x="2231" y="2622"/>
                  </a:cubicBezTo>
                  <a:cubicBezTo>
                    <a:pt x="2070" y="2783"/>
                    <a:pt x="1875" y="2855"/>
                    <a:pt x="1685" y="2855"/>
                  </a:cubicBezTo>
                  <a:cubicBezTo>
                    <a:pt x="1290" y="2855"/>
                    <a:pt x="918" y="2545"/>
                    <a:pt x="918" y="2076"/>
                  </a:cubicBezTo>
                  <a:cubicBezTo>
                    <a:pt x="918" y="1655"/>
                    <a:pt x="1265" y="1308"/>
                    <a:pt x="1686" y="1308"/>
                  </a:cubicBezTo>
                  <a:close/>
                  <a:moveTo>
                    <a:pt x="18543" y="1308"/>
                  </a:moveTo>
                  <a:cubicBezTo>
                    <a:pt x="19212" y="1308"/>
                    <a:pt x="19559" y="2126"/>
                    <a:pt x="19088" y="2622"/>
                  </a:cubicBezTo>
                  <a:cubicBezTo>
                    <a:pt x="18927" y="2783"/>
                    <a:pt x="18732" y="2855"/>
                    <a:pt x="18542" y="2855"/>
                  </a:cubicBezTo>
                  <a:cubicBezTo>
                    <a:pt x="18147" y="2855"/>
                    <a:pt x="17774" y="2545"/>
                    <a:pt x="17774" y="2076"/>
                  </a:cubicBezTo>
                  <a:cubicBezTo>
                    <a:pt x="17774" y="1655"/>
                    <a:pt x="18097" y="1308"/>
                    <a:pt x="18518" y="1308"/>
                  </a:cubicBezTo>
                  <a:close/>
                  <a:moveTo>
                    <a:pt x="10114" y="4078"/>
                  </a:moveTo>
                  <a:cubicBezTo>
                    <a:pt x="12606" y="4078"/>
                    <a:pt x="15097" y="4444"/>
                    <a:pt x="17502" y="5175"/>
                  </a:cubicBezTo>
                  <a:lnTo>
                    <a:pt x="17502" y="5943"/>
                  </a:lnTo>
                  <a:cubicBezTo>
                    <a:pt x="15097" y="5175"/>
                    <a:pt x="12606" y="4791"/>
                    <a:pt x="10114" y="4791"/>
                  </a:cubicBezTo>
                  <a:cubicBezTo>
                    <a:pt x="7623" y="4791"/>
                    <a:pt x="5132" y="5175"/>
                    <a:pt x="2727" y="5943"/>
                  </a:cubicBezTo>
                  <a:lnTo>
                    <a:pt x="2727" y="5175"/>
                  </a:lnTo>
                  <a:cubicBezTo>
                    <a:pt x="5132" y="4444"/>
                    <a:pt x="7623" y="4078"/>
                    <a:pt x="10114" y="4078"/>
                  </a:cubicBezTo>
                  <a:close/>
                  <a:moveTo>
                    <a:pt x="6446" y="5646"/>
                  </a:moveTo>
                  <a:lnTo>
                    <a:pt x="6446" y="8993"/>
                  </a:lnTo>
                  <a:lnTo>
                    <a:pt x="5677" y="8993"/>
                  </a:lnTo>
                  <a:lnTo>
                    <a:pt x="5677" y="5795"/>
                  </a:lnTo>
                  <a:cubicBezTo>
                    <a:pt x="5925" y="5745"/>
                    <a:pt x="6198" y="5696"/>
                    <a:pt x="6446" y="5646"/>
                  </a:cubicBezTo>
                  <a:close/>
                  <a:moveTo>
                    <a:pt x="9148" y="5398"/>
                  </a:moveTo>
                  <a:lnTo>
                    <a:pt x="9148" y="8993"/>
                  </a:lnTo>
                  <a:lnTo>
                    <a:pt x="8379" y="8993"/>
                  </a:lnTo>
                  <a:lnTo>
                    <a:pt x="8379" y="5448"/>
                  </a:lnTo>
                  <a:cubicBezTo>
                    <a:pt x="8627" y="5423"/>
                    <a:pt x="8875" y="5398"/>
                    <a:pt x="9148" y="5398"/>
                  </a:cubicBezTo>
                  <a:close/>
                  <a:moveTo>
                    <a:pt x="11056" y="5398"/>
                  </a:moveTo>
                  <a:cubicBezTo>
                    <a:pt x="11329" y="5398"/>
                    <a:pt x="11577" y="5423"/>
                    <a:pt x="11825" y="5448"/>
                  </a:cubicBezTo>
                  <a:lnTo>
                    <a:pt x="11825" y="8993"/>
                  </a:lnTo>
                  <a:lnTo>
                    <a:pt x="11056" y="8993"/>
                  </a:lnTo>
                  <a:lnTo>
                    <a:pt x="11056" y="5398"/>
                  </a:lnTo>
                  <a:close/>
                  <a:moveTo>
                    <a:pt x="13759" y="5646"/>
                  </a:moveTo>
                  <a:cubicBezTo>
                    <a:pt x="14031" y="5696"/>
                    <a:pt x="14279" y="5745"/>
                    <a:pt x="14527" y="5770"/>
                  </a:cubicBezTo>
                  <a:lnTo>
                    <a:pt x="14527" y="8993"/>
                  </a:lnTo>
                  <a:lnTo>
                    <a:pt x="13759" y="8993"/>
                  </a:lnTo>
                  <a:lnTo>
                    <a:pt x="13759" y="5646"/>
                  </a:lnTo>
                  <a:close/>
                  <a:moveTo>
                    <a:pt x="16461" y="6241"/>
                  </a:moveTo>
                  <a:cubicBezTo>
                    <a:pt x="16808" y="6340"/>
                    <a:pt x="17155" y="6439"/>
                    <a:pt x="17502" y="6563"/>
                  </a:cubicBezTo>
                  <a:lnTo>
                    <a:pt x="17502" y="9141"/>
                  </a:lnTo>
                  <a:cubicBezTo>
                    <a:pt x="17328" y="9042"/>
                    <a:pt x="17155" y="8993"/>
                    <a:pt x="16956" y="8993"/>
                  </a:cubicBezTo>
                  <a:lnTo>
                    <a:pt x="16461" y="8993"/>
                  </a:lnTo>
                  <a:lnTo>
                    <a:pt x="16461" y="6241"/>
                  </a:lnTo>
                  <a:close/>
                  <a:moveTo>
                    <a:pt x="3768" y="6266"/>
                  </a:moveTo>
                  <a:lnTo>
                    <a:pt x="3768" y="9017"/>
                  </a:lnTo>
                  <a:lnTo>
                    <a:pt x="3273" y="9017"/>
                  </a:lnTo>
                  <a:cubicBezTo>
                    <a:pt x="3074" y="9017"/>
                    <a:pt x="2876" y="9067"/>
                    <a:pt x="2702" y="9166"/>
                  </a:cubicBezTo>
                  <a:lnTo>
                    <a:pt x="2702" y="6588"/>
                  </a:lnTo>
                  <a:cubicBezTo>
                    <a:pt x="3049" y="6464"/>
                    <a:pt x="3396" y="6365"/>
                    <a:pt x="3768" y="6266"/>
                  </a:cubicBezTo>
                  <a:close/>
                  <a:moveTo>
                    <a:pt x="3744" y="9587"/>
                  </a:moveTo>
                  <a:lnTo>
                    <a:pt x="3744" y="11496"/>
                  </a:lnTo>
                  <a:lnTo>
                    <a:pt x="2702" y="11496"/>
                  </a:lnTo>
                  <a:lnTo>
                    <a:pt x="2702" y="10158"/>
                  </a:lnTo>
                  <a:cubicBezTo>
                    <a:pt x="2702" y="9835"/>
                    <a:pt x="2950" y="9587"/>
                    <a:pt x="3273" y="9587"/>
                  </a:cubicBezTo>
                  <a:close/>
                  <a:moveTo>
                    <a:pt x="5107" y="5894"/>
                  </a:moveTo>
                  <a:lnTo>
                    <a:pt x="5107" y="11471"/>
                  </a:lnTo>
                  <a:lnTo>
                    <a:pt x="4338" y="11496"/>
                  </a:lnTo>
                  <a:lnTo>
                    <a:pt x="4338" y="6092"/>
                  </a:lnTo>
                  <a:cubicBezTo>
                    <a:pt x="4586" y="6018"/>
                    <a:pt x="4834" y="5968"/>
                    <a:pt x="5107" y="5894"/>
                  </a:cubicBezTo>
                  <a:close/>
                  <a:moveTo>
                    <a:pt x="6446" y="9563"/>
                  </a:moveTo>
                  <a:lnTo>
                    <a:pt x="6446" y="11496"/>
                  </a:lnTo>
                  <a:lnTo>
                    <a:pt x="5677" y="11496"/>
                  </a:lnTo>
                  <a:lnTo>
                    <a:pt x="5677" y="9563"/>
                  </a:lnTo>
                  <a:close/>
                  <a:moveTo>
                    <a:pt x="7784" y="5497"/>
                  </a:moveTo>
                  <a:lnTo>
                    <a:pt x="7784" y="11496"/>
                  </a:lnTo>
                  <a:lnTo>
                    <a:pt x="7041" y="11496"/>
                  </a:lnTo>
                  <a:lnTo>
                    <a:pt x="7041" y="5572"/>
                  </a:lnTo>
                  <a:cubicBezTo>
                    <a:pt x="7288" y="5547"/>
                    <a:pt x="7536" y="5522"/>
                    <a:pt x="7784" y="5497"/>
                  </a:cubicBezTo>
                  <a:close/>
                  <a:moveTo>
                    <a:pt x="9148" y="9563"/>
                  </a:moveTo>
                  <a:lnTo>
                    <a:pt x="9148" y="11496"/>
                  </a:lnTo>
                  <a:lnTo>
                    <a:pt x="8379" y="11496"/>
                  </a:lnTo>
                  <a:lnTo>
                    <a:pt x="8379" y="9563"/>
                  </a:lnTo>
                  <a:close/>
                  <a:moveTo>
                    <a:pt x="10486" y="5373"/>
                  </a:moveTo>
                  <a:lnTo>
                    <a:pt x="10486" y="11496"/>
                  </a:lnTo>
                  <a:lnTo>
                    <a:pt x="9718" y="11496"/>
                  </a:lnTo>
                  <a:lnTo>
                    <a:pt x="9718" y="5373"/>
                  </a:lnTo>
                  <a:close/>
                  <a:moveTo>
                    <a:pt x="11825" y="9563"/>
                  </a:moveTo>
                  <a:lnTo>
                    <a:pt x="11825" y="11496"/>
                  </a:lnTo>
                  <a:lnTo>
                    <a:pt x="11056" y="11496"/>
                  </a:lnTo>
                  <a:lnTo>
                    <a:pt x="11056" y="9563"/>
                  </a:lnTo>
                  <a:close/>
                  <a:moveTo>
                    <a:pt x="12420" y="5497"/>
                  </a:moveTo>
                  <a:cubicBezTo>
                    <a:pt x="12693" y="5522"/>
                    <a:pt x="12940" y="5547"/>
                    <a:pt x="13188" y="5572"/>
                  </a:cubicBezTo>
                  <a:lnTo>
                    <a:pt x="13188" y="11496"/>
                  </a:lnTo>
                  <a:lnTo>
                    <a:pt x="12420" y="11496"/>
                  </a:lnTo>
                  <a:lnTo>
                    <a:pt x="12420" y="5497"/>
                  </a:lnTo>
                  <a:close/>
                  <a:moveTo>
                    <a:pt x="14527" y="9563"/>
                  </a:moveTo>
                  <a:lnTo>
                    <a:pt x="14527" y="11496"/>
                  </a:lnTo>
                  <a:lnTo>
                    <a:pt x="13759" y="11496"/>
                  </a:lnTo>
                  <a:lnTo>
                    <a:pt x="13759" y="9563"/>
                  </a:lnTo>
                  <a:close/>
                  <a:moveTo>
                    <a:pt x="15122" y="5919"/>
                  </a:moveTo>
                  <a:cubicBezTo>
                    <a:pt x="15370" y="5968"/>
                    <a:pt x="15618" y="6018"/>
                    <a:pt x="15890" y="6092"/>
                  </a:cubicBezTo>
                  <a:lnTo>
                    <a:pt x="15890" y="11496"/>
                  </a:lnTo>
                  <a:lnTo>
                    <a:pt x="15122" y="11496"/>
                  </a:lnTo>
                  <a:lnTo>
                    <a:pt x="15122" y="5919"/>
                  </a:lnTo>
                  <a:close/>
                  <a:moveTo>
                    <a:pt x="16932" y="9563"/>
                  </a:moveTo>
                  <a:cubicBezTo>
                    <a:pt x="17254" y="9563"/>
                    <a:pt x="17502" y="9811"/>
                    <a:pt x="17502" y="10133"/>
                  </a:cubicBezTo>
                  <a:lnTo>
                    <a:pt x="17502" y="11496"/>
                  </a:lnTo>
                  <a:lnTo>
                    <a:pt x="16461" y="11496"/>
                  </a:lnTo>
                  <a:lnTo>
                    <a:pt x="16461" y="9563"/>
                  </a:lnTo>
                  <a:close/>
                  <a:moveTo>
                    <a:pt x="17502" y="12066"/>
                  </a:moveTo>
                  <a:lnTo>
                    <a:pt x="17502" y="12984"/>
                  </a:lnTo>
                  <a:lnTo>
                    <a:pt x="2702" y="12984"/>
                  </a:lnTo>
                  <a:lnTo>
                    <a:pt x="2702" y="12066"/>
                  </a:lnTo>
                  <a:close/>
                  <a:moveTo>
                    <a:pt x="2132" y="3341"/>
                  </a:moveTo>
                  <a:lnTo>
                    <a:pt x="2132" y="3365"/>
                  </a:lnTo>
                  <a:lnTo>
                    <a:pt x="2132" y="17198"/>
                  </a:lnTo>
                  <a:lnTo>
                    <a:pt x="1240" y="17198"/>
                  </a:lnTo>
                  <a:lnTo>
                    <a:pt x="1240" y="3341"/>
                  </a:lnTo>
                  <a:cubicBezTo>
                    <a:pt x="1376" y="3390"/>
                    <a:pt x="1525" y="3415"/>
                    <a:pt x="1677" y="3415"/>
                  </a:cubicBezTo>
                  <a:cubicBezTo>
                    <a:pt x="1829" y="3415"/>
                    <a:pt x="1983" y="3390"/>
                    <a:pt x="2132" y="3341"/>
                  </a:cubicBezTo>
                  <a:close/>
                  <a:moveTo>
                    <a:pt x="19460" y="17793"/>
                  </a:moveTo>
                  <a:lnTo>
                    <a:pt x="19460" y="18958"/>
                  </a:lnTo>
                  <a:lnTo>
                    <a:pt x="17626" y="18958"/>
                  </a:lnTo>
                  <a:lnTo>
                    <a:pt x="17626" y="17793"/>
                  </a:lnTo>
                  <a:close/>
                  <a:moveTo>
                    <a:pt x="2603" y="17793"/>
                  </a:moveTo>
                  <a:lnTo>
                    <a:pt x="2603" y="18983"/>
                  </a:lnTo>
                  <a:lnTo>
                    <a:pt x="769" y="18983"/>
                  </a:lnTo>
                  <a:lnTo>
                    <a:pt x="769" y="17793"/>
                  </a:lnTo>
                  <a:close/>
                  <a:moveTo>
                    <a:pt x="1674" y="0"/>
                  </a:moveTo>
                  <a:cubicBezTo>
                    <a:pt x="1519" y="0"/>
                    <a:pt x="1364" y="106"/>
                    <a:pt x="1389" y="316"/>
                  </a:cubicBezTo>
                  <a:lnTo>
                    <a:pt x="1389" y="762"/>
                  </a:lnTo>
                  <a:cubicBezTo>
                    <a:pt x="397" y="986"/>
                    <a:pt x="0" y="2175"/>
                    <a:pt x="645" y="2944"/>
                  </a:cubicBezTo>
                  <a:lnTo>
                    <a:pt x="645" y="17198"/>
                  </a:lnTo>
                  <a:cubicBezTo>
                    <a:pt x="372" y="17247"/>
                    <a:pt x="174" y="17471"/>
                    <a:pt x="174" y="17743"/>
                  </a:cubicBezTo>
                  <a:lnTo>
                    <a:pt x="174" y="18983"/>
                  </a:lnTo>
                  <a:cubicBezTo>
                    <a:pt x="174" y="19305"/>
                    <a:pt x="422" y="19553"/>
                    <a:pt x="744" y="19553"/>
                  </a:cubicBezTo>
                  <a:lnTo>
                    <a:pt x="2603" y="19553"/>
                  </a:lnTo>
                  <a:cubicBezTo>
                    <a:pt x="2925" y="19553"/>
                    <a:pt x="3173" y="19305"/>
                    <a:pt x="3173" y="18983"/>
                  </a:cubicBezTo>
                  <a:lnTo>
                    <a:pt x="3173" y="17743"/>
                  </a:lnTo>
                  <a:cubicBezTo>
                    <a:pt x="3173" y="17471"/>
                    <a:pt x="2975" y="17247"/>
                    <a:pt x="2702" y="17198"/>
                  </a:cubicBezTo>
                  <a:lnTo>
                    <a:pt x="2702" y="15884"/>
                  </a:lnTo>
                  <a:lnTo>
                    <a:pt x="9420" y="15884"/>
                  </a:lnTo>
                  <a:cubicBezTo>
                    <a:pt x="9817" y="15884"/>
                    <a:pt x="9817" y="15289"/>
                    <a:pt x="9420" y="15289"/>
                  </a:cubicBezTo>
                  <a:lnTo>
                    <a:pt x="2702" y="15289"/>
                  </a:lnTo>
                  <a:lnTo>
                    <a:pt x="2702" y="13554"/>
                  </a:lnTo>
                  <a:lnTo>
                    <a:pt x="17502" y="13554"/>
                  </a:lnTo>
                  <a:lnTo>
                    <a:pt x="17502" y="15289"/>
                  </a:lnTo>
                  <a:lnTo>
                    <a:pt x="10784" y="15289"/>
                  </a:lnTo>
                  <a:cubicBezTo>
                    <a:pt x="10387" y="15289"/>
                    <a:pt x="10387" y="15859"/>
                    <a:pt x="10784" y="15859"/>
                  </a:cubicBezTo>
                  <a:lnTo>
                    <a:pt x="17502" y="15859"/>
                  </a:lnTo>
                  <a:lnTo>
                    <a:pt x="17502" y="17223"/>
                  </a:lnTo>
                  <a:cubicBezTo>
                    <a:pt x="17229" y="17247"/>
                    <a:pt x="17031" y="17495"/>
                    <a:pt x="17031" y="17768"/>
                  </a:cubicBezTo>
                  <a:lnTo>
                    <a:pt x="17031" y="19007"/>
                  </a:lnTo>
                  <a:cubicBezTo>
                    <a:pt x="17031" y="19305"/>
                    <a:pt x="17279" y="19553"/>
                    <a:pt x="17576" y="19553"/>
                  </a:cubicBezTo>
                  <a:lnTo>
                    <a:pt x="19460" y="19553"/>
                  </a:lnTo>
                  <a:cubicBezTo>
                    <a:pt x="19782" y="19553"/>
                    <a:pt x="20030" y="19305"/>
                    <a:pt x="20030" y="19007"/>
                  </a:cubicBezTo>
                  <a:lnTo>
                    <a:pt x="20030" y="17768"/>
                  </a:lnTo>
                  <a:cubicBezTo>
                    <a:pt x="20030" y="17495"/>
                    <a:pt x="19832" y="17247"/>
                    <a:pt x="19559" y="17223"/>
                  </a:cubicBezTo>
                  <a:lnTo>
                    <a:pt x="19559" y="11199"/>
                  </a:lnTo>
                  <a:cubicBezTo>
                    <a:pt x="19572" y="10988"/>
                    <a:pt x="19411" y="10883"/>
                    <a:pt x="19253" y="10883"/>
                  </a:cubicBezTo>
                  <a:cubicBezTo>
                    <a:pt x="19095" y="10883"/>
                    <a:pt x="18940" y="10988"/>
                    <a:pt x="18964" y="11199"/>
                  </a:cubicBezTo>
                  <a:lnTo>
                    <a:pt x="18964" y="17198"/>
                  </a:lnTo>
                  <a:lnTo>
                    <a:pt x="18072" y="17198"/>
                  </a:lnTo>
                  <a:lnTo>
                    <a:pt x="18072" y="3341"/>
                  </a:lnTo>
                  <a:cubicBezTo>
                    <a:pt x="18221" y="3390"/>
                    <a:pt x="18376" y="3415"/>
                    <a:pt x="18527" y="3415"/>
                  </a:cubicBezTo>
                  <a:cubicBezTo>
                    <a:pt x="18679" y="3415"/>
                    <a:pt x="18828" y="3390"/>
                    <a:pt x="18964" y="3341"/>
                  </a:cubicBezTo>
                  <a:lnTo>
                    <a:pt x="18964" y="9835"/>
                  </a:lnTo>
                  <a:cubicBezTo>
                    <a:pt x="18940" y="10046"/>
                    <a:pt x="19095" y="10151"/>
                    <a:pt x="19253" y="10151"/>
                  </a:cubicBezTo>
                  <a:cubicBezTo>
                    <a:pt x="19411" y="10151"/>
                    <a:pt x="19572" y="10046"/>
                    <a:pt x="19559" y="9835"/>
                  </a:cubicBezTo>
                  <a:lnTo>
                    <a:pt x="19559" y="2944"/>
                  </a:lnTo>
                  <a:cubicBezTo>
                    <a:pt x="20204" y="2175"/>
                    <a:pt x="19807" y="986"/>
                    <a:pt x="18816" y="762"/>
                  </a:cubicBezTo>
                  <a:lnTo>
                    <a:pt x="18816" y="316"/>
                  </a:lnTo>
                  <a:cubicBezTo>
                    <a:pt x="18840" y="106"/>
                    <a:pt x="18685" y="0"/>
                    <a:pt x="18531" y="0"/>
                  </a:cubicBezTo>
                  <a:cubicBezTo>
                    <a:pt x="18376" y="0"/>
                    <a:pt x="18221" y="106"/>
                    <a:pt x="18245" y="316"/>
                  </a:cubicBezTo>
                  <a:lnTo>
                    <a:pt x="18245" y="762"/>
                  </a:lnTo>
                  <a:cubicBezTo>
                    <a:pt x="17229" y="986"/>
                    <a:pt x="16832" y="2175"/>
                    <a:pt x="17502" y="2944"/>
                  </a:cubicBezTo>
                  <a:lnTo>
                    <a:pt x="17502" y="4580"/>
                  </a:lnTo>
                  <a:cubicBezTo>
                    <a:pt x="15085" y="3861"/>
                    <a:pt x="12593" y="3502"/>
                    <a:pt x="10102" y="3502"/>
                  </a:cubicBezTo>
                  <a:cubicBezTo>
                    <a:pt x="7611" y="3502"/>
                    <a:pt x="5119" y="3861"/>
                    <a:pt x="2702" y="4580"/>
                  </a:cubicBezTo>
                  <a:lnTo>
                    <a:pt x="2702" y="2944"/>
                  </a:lnTo>
                  <a:cubicBezTo>
                    <a:pt x="3372" y="2175"/>
                    <a:pt x="2950" y="986"/>
                    <a:pt x="1959" y="762"/>
                  </a:cubicBezTo>
                  <a:lnTo>
                    <a:pt x="1959" y="316"/>
                  </a:lnTo>
                  <a:cubicBezTo>
                    <a:pt x="1983" y="106"/>
                    <a:pt x="1829" y="0"/>
                    <a:pt x="1674" y="0"/>
                  </a:cubicBezTo>
                  <a:close/>
                </a:path>
              </a:pathLst>
            </a:custGeom>
            <a:solidFill>
              <a:srgbClr val="456E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45" name="Google Shape;2439;p48">
            <a:extLst>
              <a:ext uri="{FF2B5EF4-FFF2-40B4-BE49-F238E27FC236}">
                <a16:creationId xmlns:a16="http://schemas.microsoft.com/office/drawing/2014/main" id="{3E1B4D9A-F727-5889-1348-CA8B9DC947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7160" y="1664677"/>
            <a:ext cx="3007728" cy="312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Google Shape;2437;p48"/>
          <p:cNvSpPr txBox="1">
            <a:spLocks noGrp="1"/>
          </p:cNvSpPr>
          <p:nvPr>
            <p:ph type="subTitle" idx="1"/>
          </p:nvPr>
        </p:nvSpPr>
        <p:spPr>
          <a:xfrm>
            <a:off x="714300" y="2285369"/>
            <a:ext cx="4604549" cy="3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Sleep is a fundamental pillar of health, essential for both physical and mental well-being. It plays a crucial role in consolidating memories, regulating mood, and supporting cognitive functions like focus and problem-solving.</a:t>
            </a:r>
            <a:endParaRPr sz="1600" dirty="0"/>
          </a:p>
        </p:txBody>
      </p:sp>
      <p:sp>
        <p:nvSpPr>
          <p:cNvPr id="2438" name="Google Shape;2438;p48"/>
          <p:cNvSpPr txBox="1">
            <a:spLocks noGrp="1"/>
          </p:cNvSpPr>
          <p:nvPr>
            <p:ph type="title"/>
          </p:nvPr>
        </p:nvSpPr>
        <p:spPr>
          <a:xfrm>
            <a:off x="1501091" y="715073"/>
            <a:ext cx="5938292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 </a:t>
            </a:r>
            <a:endParaRPr dirty="0"/>
          </a:p>
        </p:txBody>
      </p:sp>
      <p:pic>
        <p:nvPicPr>
          <p:cNvPr id="2440" name="Google Shape;244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8555" y="1550505"/>
            <a:ext cx="3670645" cy="3592996"/>
          </a:xfrm>
          <a:prstGeom prst="rect">
            <a:avLst/>
          </a:prstGeom>
          <a:noFill/>
          <a:ln>
            <a:noFill/>
          </a:ln>
        </p:spPr>
      </p:pic>
      <p:sp>
        <p:nvSpPr>
          <p:cNvPr id="2441" name="Google Shape;2441;p48"/>
          <p:cNvSpPr/>
          <p:nvPr/>
        </p:nvSpPr>
        <p:spPr>
          <a:xfrm rot="1675549">
            <a:off x="1562034" y="3523991"/>
            <a:ext cx="337007" cy="344050"/>
          </a:xfrm>
          <a:custGeom>
            <a:avLst/>
            <a:gdLst/>
            <a:ahLst/>
            <a:cxnLst/>
            <a:rect l="l" t="t" r="r" b="b"/>
            <a:pathLst>
              <a:path w="25842" h="26382" extrusionOk="0">
                <a:moveTo>
                  <a:pt x="8274" y="1"/>
                </a:moveTo>
                <a:lnTo>
                  <a:pt x="7855" y="9234"/>
                </a:lnTo>
                <a:lnTo>
                  <a:pt x="0" y="14151"/>
                </a:lnTo>
                <a:lnTo>
                  <a:pt x="8634" y="17388"/>
                </a:lnTo>
                <a:lnTo>
                  <a:pt x="10853" y="26382"/>
                </a:lnTo>
                <a:lnTo>
                  <a:pt x="16608" y="19187"/>
                </a:lnTo>
                <a:lnTo>
                  <a:pt x="25842" y="19847"/>
                </a:lnTo>
                <a:lnTo>
                  <a:pt x="25842" y="19847"/>
                </a:lnTo>
                <a:lnTo>
                  <a:pt x="20745" y="12112"/>
                </a:lnTo>
                <a:lnTo>
                  <a:pt x="24283" y="3538"/>
                </a:lnTo>
                <a:lnTo>
                  <a:pt x="15349" y="5996"/>
                </a:lnTo>
                <a:lnTo>
                  <a:pt x="827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2" name="Google Shape;2442;p48"/>
          <p:cNvSpPr/>
          <p:nvPr/>
        </p:nvSpPr>
        <p:spPr>
          <a:xfrm rot="-1288748">
            <a:off x="3419023" y="4369159"/>
            <a:ext cx="207203" cy="197827"/>
          </a:xfrm>
          <a:custGeom>
            <a:avLst/>
            <a:gdLst/>
            <a:ahLst/>
            <a:cxnLst/>
            <a:rect l="l" t="t" r="r" b="b"/>
            <a:pathLst>
              <a:path w="15889" h="15170" extrusionOk="0">
                <a:moveTo>
                  <a:pt x="12651" y="0"/>
                </a:moveTo>
                <a:lnTo>
                  <a:pt x="7794" y="2698"/>
                </a:lnTo>
                <a:lnTo>
                  <a:pt x="2818" y="180"/>
                </a:lnTo>
                <a:lnTo>
                  <a:pt x="2818" y="180"/>
                </a:lnTo>
                <a:lnTo>
                  <a:pt x="3897" y="5636"/>
                </a:lnTo>
                <a:lnTo>
                  <a:pt x="0" y="9593"/>
                </a:lnTo>
                <a:lnTo>
                  <a:pt x="5516" y="10253"/>
                </a:lnTo>
                <a:lnTo>
                  <a:pt x="8094" y="15169"/>
                </a:lnTo>
                <a:lnTo>
                  <a:pt x="10433" y="10133"/>
                </a:lnTo>
                <a:lnTo>
                  <a:pt x="15889" y="9234"/>
                </a:lnTo>
                <a:lnTo>
                  <a:pt x="11812" y="5456"/>
                </a:lnTo>
                <a:lnTo>
                  <a:pt x="12651" y="0"/>
                </a:lnTo>
                <a:close/>
              </a:path>
            </a:pathLst>
          </a:custGeom>
          <a:solidFill>
            <a:srgbClr val="FFFFFF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99;p29">
            <a:extLst>
              <a:ext uri="{FF2B5EF4-FFF2-40B4-BE49-F238E27FC236}">
                <a16:creationId xmlns:a16="http://schemas.microsoft.com/office/drawing/2014/main" id="{F36139C1-AF6D-6B81-CC32-27AEBCFD846F}"/>
              </a:ext>
            </a:extLst>
          </p:cNvPr>
          <p:cNvSpPr/>
          <p:nvPr/>
        </p:nvSpPr>
        <p:spPr>
          <a:xfrm>
            <a:off x="655875" y="662065"/>
            <a:ext cx="752954" cy="763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400;p29">
            <a:extLst>
              <a:ext uri="{FF2B5EF4-FFF2-40B4-BE49-F238E27FC236}">
                <a16:creationId xmlns:a16="http://schemas.microsoft.com/office/drawing/2014/main" id="{1CB7FEFA-85C9-FCFB-264F-384DAE53EA57}"/>
              </a:ext>
            </a:extLst>
          </p:cNvPr>
          <p:cNvSpPr txBox="1">
            <a:spLocks/>
          </p:cNvSpPr>
          <p:nvPr/>
        </p:nvSpPr>
        <p:spPr>
          <a:xfrm>
            <a:off x="408977" y="939566"/>
            <a:ext cx="1246750" cy="30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redoka One"/>
              <a:buNone/>
              <a:defRPr sz="22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05</a:t>
            </a:r>
            <a:endParaRPr lang="en" sz="3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79;p45">
            <a:extLst>
              <a:ext uri="{FF2B5EF4-FFF2-40B4-BE49-F238E27FC236}">
                <a16:creationId xmlns:a16="http://schemas.microsoft.com/office/drawing/2014/main" id="{36989523-E6CA-AA5D-855F-F32D3B15EA9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9831" r="58080" b="20941"/>
          <a:stretch/>
        </p:blipFill>
        <p:spPr>
          <a:xfrm>
            <a:off x="6657701" y="2772725"/>
            <a:ext cx="2504274" cy="2370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82;p45">
            <a:extLst>
              <a:ext uri="{FF2B5EF4-FFF2-40B4-BE49-F238E27FC236}">
                <a16:creationId xmlns:a16="http://schemas.microsoft.com/office/drawing/2014/main" id="{F385C716-F559-2409-9A6F-C8688C67010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871889" y="3130300"/>
            <a:ext cx="2075900" cy="11180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81;p45">
            <a:extLst>
              <a:ext uri="{FF2B5EF4-FFF2-40B4-BE49-F238E27FC236}">
                <a16:creationId xmlns:a16="http://schemas.microsoft.com/office/drawing/2014/main" id="{950C8EED-3C90-8B3F-16F1-2765137A5628}"/>
              </a:ext>
            </a:extLst>
          </p:cNvPr>
          <p:cNvSpPr txBox="1">
            <a:spLocks/>
          </p:cNvSpPr>
          <p:nvPr/>
        </p:nvSpPr>
        <p:spPr>
          <a:xfrm>
            <a:off x="493303" y="1179845"/>
            <a:ext cx="8157393" cy="99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edoka One"/>
              <a:buNone/>
              <a:defRPr sz="80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edoka One"/>
              <a:buNone/>
              <a:defRPr sz="48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edoka One"/>
              <a:buNone/>
              <a:defRPr sz="48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edoka One"/>
              <a:buNone/>
              <a:defRPr sz="48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edoka One"/>
              <a:buNone/>
              <a:defRPr sz="48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edoka One"/>
              <a:buNone/>
              <a:defRPr sz="48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edoka One"/>
              <a:buNone/>
              <a:defRPr sz="48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edoka One"/>
              <a:buNone/>
              <a:defRPr sz="48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redoka One"/>
              <a:buNone/>
              <a:defRPr sz="48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6000" dirty="0" err="1"/>
              <a:t>Thankyou</a:t>
            </a:r>
            <a:r>
              <a:rPr lang="en-US" dirty="0"/>
              <a:t> </a:t>
            </a:r>
            <a:r>
              <a:rPr lang="en-US" sz="6000" dirty="0"/>
              <a:t>friends</a:t>
            </a:r>
            <a:r>
              <a:rPr lang="en-US" dirty="0"/>
              <a:t>!!</a:t>
            </a:r>
          </a:p>
        </p:txBody>
      </p:sp>
      <p:sp>
        <p:nvSpPr>
          <p:cNvPr id="10" name="Google Shape;1180;p45">
            <a:extLst>
              <a:ext uri="{FF2B5EF4-FFF2-40B4-BE49-F238E27FC236}">
                <a16:creationId xmlns:a16="http://schemas.microsoft.com/office/drawing/2014/main" id="{5B6050BA-83E9-E534-7532-1C081B8E10C2}"/>
              </a:ext>
            </a:extLst>
          </p:cNvPr>
          <p:cNvSpPr txBox="1">
            <a:spLocks/>
          </p:cNvSpPr>
          <p:nvPr/>
        </p:nvSpPr>
        <p:spPr>
          <a:xfrm>
            <a:off x="1018536" y="2571750"/>
            <a:ext cx="3954000" cy="12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2"/>
              </a:buClr>
              <a:buSzPts val="1100"/>
            </a:pPr>
            <a:r>
              <a:rPr lang="en-US" sz="2200" dirty="0">
                <a:solidFill>
                  <a:schemeClr val="tx1"/>
                </a:solidFill>
                <a:latin typeface="Fredoka One"/>
                <a:ea typeface="Fredoka One"/>
                <a:cs typeface="Fredoka One"/>
                <a:sym typeface="Fredoka One"/>
              </a:rPr>
              <a:t>Have a wonderful</a:t>
            </a:r>
            <a:r>
              <a:rPr lang="en-US" sz="2200" dirty="0">
                <a:latin typeface="Fredoka One"/>
                <a:ea typeface="Fredoka One"/>
                <a:cs typeface="Fredoka One"/>
                <a:sym typeface="Fredoka One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Fredoka One"/>
                <a:ea typeface="Fredoka One"/>
                <a:cs typeface="Fredoka One"/>
                <a:sym typeface="Fredoka One"/>
              </a:rPr>
              <a:t>day</a:t>
            </a:r>
            <a:r>
              <a:rPr lang="en-US" sz="2200" dirty="0">
                <a:latin typeface="Fredoka One"/>
                <a:ea typeface="Fredoka One"/>
                <a:cs typeface="Fredoka One"/>
                <a:sym typeface="Fredoka One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05775698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367AC0"/>
      </a:dk1>
      <a:lt1>
        <a:srgbClr val="C3E1FF"/>
      </a:lt1>
      <a:dk2>
        <a:srgbClr val="FFFFFF"/>
      </a:dk2>
      <a:lt2>
        <a:srgbClr val="F5D8DD"/>
      </a:lt2>
      <a:accent1>
        <a:srgbClr val="E283B5"/>
      </a:accent1>
      <a:accent2>
        <a:srgbClr val="CFEBD2"/>
      </a:accent2>
      <a:accent3>
        <a:srgbClr val="37BD9C"/>
      </a:accent3>
      <a:accent4>
        <a:srgbClr val="F9EDC2"/>
      </a:accent4>
      <a:accent5>
        <a:srgbClr val="F3D691"/>
      </a:accent5>
      <a:accent6>
        <a:srgbClr val="96C5F6"/>
      </a:accent6>
      <a:hlink>
        <a:srgbClr val="367AC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296</Words>
  <Application>Microsoft Office PowerPoint</Application>
  <PresentationFormat>On-screen Show (16:9)</PresentationFormat>
  <Paragraphs>76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Roboto Condensed Light</vt:lpstr>
      <vt:lpstr>Josefin Slab SemiBold</vt:lpstr>
      <vt:lpstr>Josefin Slab</vt:lpstr>
      <vt:lpstr>Josefin Slab Medium</vt:lpstr>
      <vt:lpstr>Fredoka One</vt:lpstr>
      <vt:lpstr>Arial</vt:lpstr>
      <vt:lpstr>Anaheim</vt:lpstr>
      <vt:lpstr>Proxima Nova</vt:lpstr>
      <vt:lpstr>Simple Light</vt:lpstr>
      <vt:lpstr>Slidesgo Final Pages</vt:lpstr>
      <vt:lpstr>PowerPoint Presentation</vt:lpstr>
      <vt:lpstr>Importance  of  sleep </vt:lpstr>
      <vt:lpstr>01</vt:lpstr>
      <vt:lpstr>01</vt:lpstr>
      <vt:lpstr>PowerPoint Presentation</vt:lpstr>
      <vt:lpstr>Before going to bed</vt:lpstr>
      <vt:lpstr>70 millions </vt:lpstr>
      <vt:lpstr>Hours of sleep</vt:lpstr>
      <vt:lpstr>Advantage and disadvantage </vt:lpstr>
      <vt:lpstr>Advantage of sleep</vt:lpstr>
      <vt:lpstr>Disadvantage of sleep </vt:lpstr>
      <vt:lpstr>To avoid before bed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Importance  of  sleep </dc:title>
  <cp:lastModifiedBy>Sowmiya R</cp:lastModifiedBy>
  <cp:revision>6</cp:revision>
  <dcterms:modified xsi:type="dcterms:W3CDTF">2025-11-01T07:46:00Z</dcterms:modified>
</cp:coreProperties>
</file>